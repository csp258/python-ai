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2" r:id="rId3"/>
    <p:sldId id="313" r:id="rId4"/>
    <p:sldId id="312" r:id="rId5"/>
    <p:sldId id="297" r:id="rId6"/>
    <p:sldId id="333" r:id="rId7"/>
    <p:sldId id="335" r:id="rId8"/>
    <p:sldId id="314" r:id="rId9"/>
    <p:sldId id="299" r:id="rId10"/>
    <p:sldId id="334" r:id="rId11"/>
    <p:sldId id="315" r:id="rId12"/>
    <p:sldId id="329" r:id="rId13"/>
    <p:sldId id="336" r:id="rId15"/>
    <p:sldId id="330" r:id="rId16"/>
    <p:sldId id="303" r:id="rId17"/>
  </p:sldIdLst>
  <p:sldSz cx="12192000" cy="6858000"/>
  <p:notesSz cx="6858000" cy="9144000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AA600"/>
    <a:srgbClr val="EA71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howGuides="1">
      <p:cViewPr>
        <p:scale>
          <a:sx n="76" d="100"/>
          <a:sy n="76" d="100"/>
        </p:scale>
        <p:origin x="-1642" y="-211"/>
      </p:cViewPr>
      <p:guideLst>
        <p:guide orient="horz" pos="2123"/>
        <p:guide pos="388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9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93FA1B7-4C6B-4352-A17E-FE80227FC5FF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CCF9C2E-43E5-4003-B63D-0CA4BE30A0D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Series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是能保存不同种数据类型的一维数组，由一组数据和与之相关的</a:t>
            </a:r>
            <a:r>
              <a:rPr lang="pt-BR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index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组成</a:t>
            </a:r>
            <a:r>
              <a:rPr lang="zh-CN" altLang="zh-CN" kern="0" noProof="0" dirty="0" smtClean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，相当于</a:t>
            </a:r>
            <a:r>
              <a:rPr lang="zh-CN" altLang="zh-CN" b="1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定长有序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的字典，并且它的</a:t>
            </a:r>
            <a:r>
              <a:rPr lang="pt-BR" altLang="zh-CN" b="1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index</a:t>
            </a:r>
            <a:r>
              <a:rPr lang="zh-CN" altLang="zh-CN" b="1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和</a:t>
            </a:r>
            <a:r>
              <a:rPr lang="pt-BR" altLang="zh-CN" b="1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value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之间是</a:t>
            </a:r>
            <a:r>
              <a:rPr lang="zh-CN" altLang="zh-CN" b="1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独立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的，两者的索引还是有区别的，</a:t>
            </a:r>
            <a:r>
              <a:rPr lang="pt-BR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Series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</a:t>
            </a:r>
            <a:r>
              <a:rPr lang="pt-BR" altLang="zh-CN" b="1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index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是</a:t>
            </a:r>
            <a:r>
              <a:rPr lang="zh-CN" altLang="zh-CN" b="1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可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变的，而</a:t>
            </a:r>
            <a:r>
              <a:rPr lang="pt-BR" altLang="zh-CN" b="1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dict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字典的</a:t>
            </a:r>
            <a:r>
              <a:rPr lang="pt-BR" altLang="zh-CN" b="1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key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值是不可变的。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Index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的内容不一定是数字，也可以是字母、中文字符等，它类似于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SQL</a:t>
            </a:r>
            <a:r>
              <a:rPr lang="zh-CN" altLang="zh-CN" kern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中的主键。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1" Type="http://schemas.openxmlformats.org/officeDocument/2006/relationships/image" Target="../media/image3.png"/><Relationship Id="rId60" Type="http://schemas.openxmlformats.org/officeDocument/2006/relationships/tags" Target="../tags/tag57.xml"/><Relationship Id="rId6" Type="http://schemas.openxmlformats.org/officeDocument/2006/relationships/tags" Target="../tags/tag3.xml"/><Relationship Id="rId59" Type="http://schemas.openxmlformats.org/officeDocument/2006/relationships/tags" Target="../tags/tag56.xml"/><Relationship Id="rId58" Type="http://schemas.openxmlformats.org/officeDocument/2006/relationships/tags" Target="../tags/tag55.xml"/><Relationship Id="rId57" Type="http://schemas.openxmlformats.org/officeDocument/2006/relationships/tags" Target="../tags/tag54.xml"/><Relationship Id="rId56" Type="http://schemas.openxmlformats.org/officeDocument/2006/relationships/tags" Target="../tags/tag53.xml"/><Relationship Id="rId55" Type="http://schemas.openxmlformats.org/officeDocument/2006/relationships/tags" Target="../tags/tag52.xml"/><Relationship Id="rId54" Type="http://schemas.openxmlformats.org/officeDocument/2006/relationships/tags" Target="../tags/tag51.xml"/><Relationship Id="rId53" Type="http://schemas.openxmlformats.org/officeDocument/2006/relationships/tags" Target="../tags/tag50.xml"/><Relationship Id="rId52" Type="http://schemas.openxmlformats.org/officeDocument/2006/relationships/tags" Target="../tags/tag49.xml"/><Relationship Id="rId51" Type="http://schemas.openxmlformats.org/officeDocument/2006/relationships/tags" Target="../tags/tag48.xml"/><Relationship Id="rId50" Type="http://schemas.openxmlformats.org/officeDocument/2006/relationships/tags" Target="../tags/tag47.xml"/><Relationship Id="rId5" Type="http://schemas.openxmlformats.org/officeDocument/2006/relationships/tags" Target="../tags/tag2.xml"/><Relationship Id="rId49" Type="http://schemas.openxmlformats.org/officeDocument/2006/relationships/tags" Target="../tags/tag46.xml"/><Relationship Id="rId48" Type="http://schemas.openxmlformats.org/officeDocument/2006/relationships/tags" Target="../tags/tag45.xml"/><Relationship Id="rId47" Type="http://schemas.openxmlformats.org/officeDocument/2006/relationships/tags" Target="../tags/tag44.xml"/><Relationship Id="rId46" Type="http://schemas.openxmlformats.org/officeDocument/2006/relationships/tags" Target="../tags/tag43.xml"/><Relationship Id="rId45" Type="http://schemas.openxmlformats.org/officeDocument/2006/relationships/tags" Target="../tags/tag42.xml"/><Relationship Id="rId44" Type="http://schemas.openxmlformats.org/officeDocument/2006/relationships/tags" Target="../tags/tag41.xml"/><Relationship Id="rId43" Type="http://schemas.openxmlformats.org/officeDocument/2006/relationships/tags" Target="../tags/tag40.xml"/><Relationship Id="rId42" Type="http://schemas.openxmlformats.org/officeDocument/2006/relationships/tags" Target="../tags/tag39.xml"/><Relationship Id="rId41" Type="http://schemas.openxmlformats.org/officeDocument/2006/relationships/tags" Target="../tags/tag38.xml"/><Relationship Id="rId40" Type="http://schemas.openxmlformats.org/officeDocument/2006/relationships/tags" Target="../tags/tag37.xml"/><Relationship Id="rId4" Type="http://schemas.openxmlformats.org/officeDocument/2006/relationships/image" Target="../media/image2.svg"/><Relationship Id="rId39" Type="http://schemas.openxmlformats.org/officeDocument/2006/relationships/tags" Target="../tags/tag36.xml"/><Relationship Id="rId38" Type="http://schemas.openxmlformats.org/officeDocument/2006/relationships/tags" Target="../tags/tag35.xml"/><Relationship Id="rId37" Type="http://schemas.openxmlformats.org/officeDocument/2006/relationships/tags" Target="../tags/tag34.xml"/><Relationship Id="rId36" Type="http://schemas.openxmlformats.org/officeDocument/2006/relationships/tags" Target="../tags/tag33.xml"/><Relationship Id="rId35" Type="http://schemas.openxmlformats.org/officeDocument/2006/relationships/tags" Target="../tags/tag32.xml"/><Relationship Id="rId34" Type="http://schemas.openxmlformats.org/officeDocument/2006/relationships/tags" Target="../tags/tag31.xml"/><Relationship Id="rId33" Type="http://schemas.openxmlformats.org/officeDocument/2006/relationships/tags" Target="../tags/tag30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tags" Target="../tags/tag27.xml"/><Relationship Id="rId3" Type="http://schemas.openxmlformats.org/officeDocument/2006/relationships/image" Target="../media/image1.png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1" Type="http://schemas.openxmlformats.org/officeDocument/2006/relationships/image" Target="../media/image3.png"/><Relationship Id="rId30" Type="http://schemas.openxmlformats.org/officeDocument/2006/relationships/tags" Target="../tags/tag88.xml"/><Relationship Id="rId3" Type="http://schemas.openxmlformats.org/officeDocument/2006/relationships/tags" Target="../tags/tag61.xml"/><Relationship Id="rId29" Type="http://schemas.openxmlformats.org/officeDocument/2006/relationships/tags" Target="../tags/tag87.xml"/><Relationship Id="rId28" Type="http://schemas.openxmlformats.org/officeDocument/2006/relationships/tags" Target="../tags/tag86.xml"/><Relationship Id="rId27" Type="http://schemas.openxmlformats.org/officeDocument/2006/relationships/tags" Target="../tags/tag85.xml"/><Relationship Id="rId26" Type="http://schemas.openxmlformats.org/officeDocument/2006/relationships/tags" Target="../tags/tag84.xml"/><Relationship Id="rId25" Type="http://schemas.openxmlformats.org/officeDocument/2006/relationships/tags" Target="../tags/tag83.xml"/><Relationship Id="rId24" Type="http://schemas.openxmlformats.org/officeDocument/2006/relationships/tags" Target="../tags/tag82.xml"/><Relationship Id="rId23" Type="http://schemas.openxmlformats.org/officeDocument/2006/relationships/tags" Target="../tags/tag81.xml"/><Relationship Id="rId22" Type="http://schemas.openxmlformats.org/officeDocument/2006/relationships/tags" Target="../tags/tag80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0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5" Type="http://schemas.openxmlformats.org/officeDocument/2006/relationships/image" Target="../media/image3.png"/><Relationship Id="rId34" Type="http://schemas.openxmlformats.org/officeDocument/2006/relationships/image" Target="../media/image5.svg"/><Relationship Id="rId33" Type="http://schemas.openxmlformats.org/officeDocument/2006/relationships/image" Target="../media/image4.png"/><Relationship Id="rId32" Type="http://schemas.openxmlformats.org/officeDocument/2006/relationships/tags" Target="../tags/tag119.xml"/><Relationship Id="rId31" Type="http://schemas.openxmlformats.org/officeDocument/2006/relationships/tags" Target="../tags/tag118.xml"/><Relationship Id="rId30" Type="http://schemas.openxmlformats.org/officeDocument/2006/relationships/tags" Target="../tags/tag117.xml"/><Relationship Id="rId3" Type="http://schemas.openxmlformats.org/officeDocument/2006/relationships/tags" Target="../tags/tag90.xml"/><Relationship Id="rId29" Type="http://schemas.openxmlformats.org/officeDocument/2006/relationships/tags" Target="../tags/tag116.xml"/><Relationship Id="rId28" Type="http://schemas.openxmlformats.org/officeDocument/2006/relationships/tags" Target="../tags/tag115.xml"/><Relationship Id="rId27" Type="http://schemas.openxmlformats.org/officeDocument/2006/relationships/tags" Target="../tags/tag114.xml"/><Relationship Id="rId26" Type="http://schemas.openxmlformats.org/officeDocument/2006/relationships/tags" Target="../tags/tag113.xml"/><Relationship Id="rId25" Type="http://schemas.openxmlformats.org/officeDocument/2006/relationships/tags" Target="../tags/tag112.xml"/><Relationship Id="rId24" Type="http://schemas.openxmlformats.org/officeDocument/2006/relationships/tags" Target="../tags/tag11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tags" Target="../tags/tag89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tags" Target="../tags/tag12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2" Type="http://schemas.openxmlformats.org/officeDocument/2006/relationships/image" Target="../media/image3.png"/><Relationship Id="rId31" Type="http://schemas.openxmlformats.org/officeDocument/2006/relationships/tags" Target="../tags/tag150.xml"/><Relationship Id="rId30" Type="http://schemas.openxmlformats.org/officeDocument/2006/relationships/tags" Target="../tags/tag149.xml"/><Relationship Id="rId3" Type="http://schemas.openxmlformats.org/officeDocument/2006/relationships/tags" Target="../tags/tag122.xml"/><Relationship Id="rId29" Type="http://schemas.openxmlformats.org/officeDocument/2006/relationships/tags" Target="../tags/tag148.xml"/><Relationship Id="rId28" Type="http://schemas.openxmlformats.org/officeDocument/2006/relationships/tags" Target="../tags/tag147.xml"/><Relationship Id="rId27" Type="http://schemas.openxmlformats.org/officeDocument/2006/relationships/tags" Target="../tags/tag146.xml"/><Relationship Id="rId26" Type="http://schemas.openxmlformats.org/officeDocument/2006/relationships/tags" Target="../tags/tag145.xml"/><Relationship Id="rId25" Type="http://schemas.openxmlformats.org/officeDocument/2006/relationships/tags" Target="../tags/tag144.xml"/><Relationship Id="rId24" Type="http://schemas.openxmlformats.org/officeDocument/2006/relationships/tags" Target="../tags/tag143.xml"/><Relationship Id="rId23" Type="http://schemas.openxmlformats.org/officeDocument/2006/relationships/tags" Target="../tags/tag142.xml"/><Relationship Id="rId22" Type="http://schemas.openxmlformats.org/officeDocument/2006/relationships/tags" Target="../tags/tag141.xml"/><Relationship Id="rId21" Type="http://schemas.openxmlformats.org/officeDocument/2006/relationships/tags" Target="../tags/tag140.xml"/><Relationship Id="rId20" Type="http://schemas.openxmlformats.org/officeDocument/2006/relationships/tags" Target="../tags/tag139.xml"/><Relationship Id="rId2" Type="http://schemas.openxmlformats.org/officeDocument/2006/relationships/tags" Target="../tags/tag121.xml"/><Relationship Id="rId19" Type="http://schemas.openxmlformats.org/officeDocument/2006/relationships/tags" Target="../tags/tag138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764" y="0"/>
            <a:ext cx="1888015" cy="3047113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558800" y="65278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9924415" y="5018405"/>
            <a:ext cx="1886585" cy="1842135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0" y="5696299"/>
            <a:ext cx="1161701" cy="1161701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866775" y="4784090"/>
            <a:ext cx="1515745" cy="671830"/>
          </a:xfrm>
          <a:custGeom>
            <a:avLst/>
            <a:gdLst>
              <a:gd name="connsiteX0" fmla="*/ 938749 w 1877497"/>
              <a:gd name="connsiteY0" fmla="*/ 938749 h 938748"/>
              <a:gd name="connsiteX1" fmla="*/ 1877498 w 1877497"/>
              <a:gd name="connsiteY1" fmla="*/ 0 h 938748"/>
              <a:gd name="connsiteX2" fmla="*/ 0 w 1877497"/>
              <a:gd name="connsiteY2" fmla="*/ 0 h 938748"/>
              <a:gd name="connsiteX3" fmla="*/ 938749 w 1877497"/>
              <a:gd name="connsiteY3" fmla="*/ 938749 h 93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7497" h="938748">
                <a:moveTo>
                  <a:pt x="938749" y="938749"/>
                </a:moveTo>
                <a:cubicBezTo>
                  <a:pt x="1457114" y="938749"/>
                  <a:pt x="1877498" y="518366"/>
                  <a:pt x="1877498" y="0"/>
                </a:cubicBezTo>
                <a:lnTo>
                  <a:pt x="0" y="0"/>
                </a:lnTo>
                <a:cubicBezTo>
                  <a:pt x="0" y="518366"/>
                  <a:pt x="420383" y="938749"/>
                  <a:pt x="938749" y="93874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762000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900431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1038225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1176655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1315085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1453515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762000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900431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1038225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1176655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1315085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1453515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762000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900431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1038225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1176655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1315085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1453515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762000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900431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1038225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1176655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1315085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1453515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33"/>
            </p:custDataLst>
          </p:nvPr>
        </p:nvSpPr>
        <p:spPr>
          <a:xfrm>
            <a:off x="9381490" y="6355080"/>
            <a:ext cx="1045845" cy="502920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45" name="任意多边形: 形状 12"/>
          <p:cNvSpPr/>
          <p:nvPr userDrawn="1">
            <p:custDataLst>
              <p:tags r:id="rId34"/>
            </p:custDataLst>
          </p:nvPr>
        </p:nvSpPr>
        <p:spPr>
          <a:xfrm flipH="1">
            <a:off x="11353800" y="1670685"/>
            <a:ext cx="838200" cy="1506220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47" name="任意多边形: 形状 81"/>
          <p:cNvSpPr/>
          <p:nvPr userDrawn="1">
            <p:custDataLst>
              <p:tags r:id="rId35"/>
            </p:custDataLst>
          </p:nvPr>
        </p:nvSpPr>
        <p:spPr>
          <a:xfrm>
            <a:off x="10956925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8" name="任意多边形: 形状 82"/>
          <p:cNvSpPr/>
          <p:nvPr userDrawn="1">
            <p:custDataLst>
              <p:tags r:id="rId36"/>
            </p:custDataLst>
          </p:nvPr>
        </p:nvSpPr>
        <p:spPr>
          <a:xfrm>
            <a:off x="11095355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9" name="任意多边形: 形状 83"/>
          <p:cNvSpPr/>
          <p:nvPr userDrawn="1">
            <p:custDataLst>
              <p:tags r:id="rId37"/>
            </p:custDataLst>
          </p:nvPr>
        </p:nvSpPr>
        <p:spPr>
          <a:xfrm>
            <a:off x="11233151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0" name="任意多边形: 形状 84"/>
          <p:cNvSpPr/>
          <p:nvPr userDrawn="1">
            <p:custDataLst>
              <p:tags r:id="rId38"/>
            </p:custDataLst>
          </p:nvPr>
        </p:nvSpPr>
        <p:spPr>
          <a:xfrm>
            <a:off x="11371580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1" name="任意多边形: 形状 85"/>
          <p:cNvSpPr/>
          <p:nvPr userDrawn="1">
            <p:custDataLst>
              <p:tags r:id="rId39"/>
            </p:custDataLst>
          </p:nvPr>
        </p:nvSpPr>
        <p:spPr>
          <a:xfrm>
            <a:off x="11510011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2" name="任意多边形: 形状 86"/>
          <p:cNvSpPr/>
          <p:nvPr userDrawn="1">
            <p:custDataLst>
              <p:tags r:id="rId40"/>
            </p:custDataLst>
          </p:nvPr>
        </p:nvSpPr>
        <p:spPr>
          <a:xfrm>
            <a:off x="11648440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3" name="任意多边形: 形状 87"/>
          <p:cNvSpPr/>
          <p:nvPr userDrawn="1">
            <p:custDataLst>
              <p:tags r:id="rId41"/>
            </p:custDataLst>
          </p:nvPr>
        </p:nvSpPr>
        <p:spPr>
          <a:xfrm>
            <a:off x="10956925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4" name="任意多边形: 形状 88"/>
          <p:cNvSpPr/>
          <p:nvPr userDrawn="1">
            <p:custDataLst>
              <p:tags r:id="rId42"/>
            </p:custDataLst>
          </p:nvPr>
        </p:nvSpPr>
        <p:spPr>
          <a:xfrm>
            <a:off x="11095355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5" name="任意多边形: 形状 89"/>
          <p:cNvSpPr/>
          <p:nvPr userDrawn="1">
            <p:custDataLst>
              <p:tags r:id="rId43"/>
            </p:custDataLst>
          </p:nvPr>
        </p:nvSpPr>
        <p:spPr>
          <a:xfrm>
            <a:off x="11233151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6" name="任意多边形: 形状 90"/>
          <p:cNvSpPr/>
          <p:nvPr userDrawn="1">
            <p:custDataLst>
              <p:tags r:id="rId44"/>
            </p:custDataLst>
          </p:nvPr>
        </p:nvSpPr>
        <p:spPr>
          <a:xfrm>
            <a:off x="11371580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7" name="任意多边形: 形状 91"/>
          <p:cNvSpPr/>
          <p:nvPr userDrawn="1">
            <p:custDataLst>
              <p:tags r:id="rId45"/>
            </p:custDataLst>
          </p:nvPr>
        </p:nvSpPr>
        <p:spPr>
          <a:xfrm>
            <a:off x="11510011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8" name="任意多边形: 形状 92"/>
          <p:cNvSpPr/>
          <p:nvPr userDrawn="1">
            <p:custDataLst>
              <p:tags r:id="rId46"/>
            </p:custDataLst>
          </p:nvPr>
        </p:nvSpPr>
        <p:spPr>
          <a:xfrm>
            <a:off x="11648440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9" name="任意多边形: 形状 93"/>
          <p:cNvSpPr/>
          <p:nvPr userDrawn="1">
            <p:custDataLst>
              <p:tags r:id="rId47"/>
            </p:custDataLst>
          </p:nvPr>
        </p:nvSpPr>
        <p:spPr>
          <a:xfrm>
            <a:off x="10956925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0" name="任意多边形: 形状 94"/>
          <p:cNvSpPr/>
          <p:nvPr userDrawn="1">
            <p:custDataLst>
              <p:tags r:id="rId48"/>
            </p:custDataLst>
          </p:nvPr>
        </p:nvSpPr>
        <p:spPr>
          <a:xfrm>
            <a:off x="11095355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1" name="任意多边形: 形状 95"/>
          <p:cNvSpPr/>
          <p:nvPr userDrawn="1">
            <p:custDataLst>
              <p:tags r:id="rId49"/>
            </p:custDataLst>
          </p:nvPr>
        </p:nvSpPr>
        <p:spPr>
          <a:xfrm>
            <a:off x="11233151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2" name="任意多边形: 形状 96"/>
          <p:cNvSpPr/>
          <p:nvPr userDrawn="1">
            <p:custDataLst>
              <p:tags r:id="rId50"/>
            </p:custDataLst>
          </p:nvPr>
        </p:nvSpPr>
        <p:spPr>
          <a:xfrm>
            <a:off x="11371580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3" name="任意多边形: 形状 97"/>
          <p:cNvSpPr/>
          <p:nvPr userDrawn="1">
            <p:custDataLst>
              <p:tags r:id="rId51"/>
            </p:custDataLst>
          </p:nvPr>
        </p:nvSpPr>
        <p:spPr>
          <a:xfrm>
            <a:off x="11510011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4" name="任意多边形: 形状 98"/>
          <p:cNvSpPr/>
          <p:nvPr userDrawn="1">
            <p:custDataLst>
              <p:tags r:id="rId52"/>
            </p:custDataLst>
          </p:nvPr>
        </p:nvSpPr>
        <p:spPr>
          <a:xfrm>
            <a:off x="11648440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5" name="任意多边形: 形状 99"/>
          <p:cNvSpPr/>
          <p:nvPr userDrawn="1">
            <p:custDataLst>
              <p:tags r:id="rId53"/>
            </p:custDataLst>
          </p:nvPr>
        </p:nvSpPr>
        <p:spPr>
          <a:xfrm>
            <a:off x="10956925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6" name="任意多边形: 形状 100"/>
          <p:cNvSpPr/>
          <p:nvPr userDrawn="1">
            <p:custDataLst>
              <p:tags r:id="rId54"/>
            </p:custDataLst>
          </p:nvPr>
        </p:nvSpPr>
        <p:spPr>
          <a:xfrm>
            <a:off x="11095355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7" name="任意多边形: 形状 101"/>
          <p:cNvSpPr/>
          <p:nvPr userDrawn="1">
            <p:custDataLst>
              <p:tags r:id="rId55"/>
            </p:custDataLst>
          </p:nvPr>
        </p:nvSpPr>
        <p:spPr>
          <a:xfrm>
            <a:off x="11233151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8" name="任意多边形: 形状 102"/>
          <p:cNvSpPr/>
          <p:nvPr userDrawn="1">
            <p:custDataLst>
              <p:tags r:id="rId56"/>
            </p:custDataLst>
          </p:nvPr>
        </p:nvSpPr>
        <p:spPr>
          <a:xfrm>
            <a:off x="11371580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9" name="任意多边形: 形状 103"/>
          <p:cNvSpPr/>
          <p:nvPr userDrawn="1">
            <p:custDataLst>
              <p:tags r:id="rId57"/>
            </p:custDataLst>
          </p:nvPr>
        </p:nvSpPr>
        <p:spPr>
          <a:xfrm>
            <a:off x="11510011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70" name="任意多边形: 形状 104"/>
          <p:cNvSpPr/>
          <p:nvPr userDrawn="1">
            <p:custDataLst>
              <p:tags r:id="rId58"/>
            </p:custDataLst>
          </p:nvPr>
        </p:nvSpPr>
        <p:spPr>
          <a:xfrm>
            <a:off x="11648440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9"/>
            </p:custDataLst>
          </p:nvPr>
        </p:nvSpPr>
        <p:spPr>
          <a:xfrm>
            <a:off x="838200" y="1881000"/>
            <a:ext cx="10515600" cy="13500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/>
            </a:lvl1pPr>
          </a:lstStyle>
          <a:p>
            <a:r>
              <a:rPr lang="zh-CN" altLang="en-US" dirty="0"/>
              <a:t>单击添加文档标题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0"/>
            </p:custDataLst>
          </p:nvPr>
        </p:nvSpPr>
        <p:spPr>
          <a:xfrm>
            <a:off x="838200" y="3813538"/>
            <a:ext cx="10515600" cy="65011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4" name="图片 1"/>
          <p:cNvPicPr>
            <a:picLocks noChangeAspect="1"/>
          </p:cNvPicPr>
          <p:nvPr userDrawn="1"/>
        </p:nvPicPr>
        <p:blipFill>
          <a:blip r:embed="rId61"/>
          <a:stretch>
            <a:fillRect/>
          </a:stretch>
        </p:blipFill>
        <p:spPr>
          <a:xfrm>
            <a:off x="9336405" y="120650"/>
            <a:ext cx="2606040" cy="774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450000"/>
            <a:ext cx="10800000" cy="5400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910952"/>
            <a:ext cx="10800000" cy="365521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84"/>
          <p:cNvSpPr/>
          <p:nvPr userDrawn="1">
            <p:custDataLst>
              <p:tags r:id="rId2"/>
            </p:custDataLst>
          </p:nvPr>
        </p:nvSpPr>
        <p:spPr>
          <a:xfrm>
            <a:off x="0" y="815926"/>
            <a:ext cx="3010487" cy="5732586"/>
          </a:xfrm>
          <a:custGeom>
            <a:avLst/>
            <a:gdLst>
              <a:gd name="connsiteX0" fmla="*/ 144194 w 3010487"/>
              <a:gd name="connsiteY0" fmla="*/ 0 h 5732586"/>
              <a:gd name="connsiteX1" fmla="*/ 3010487 w 3010487"/>
              <a:gd name="connsiteY1" fmla="*/ 2866293 h 5732586"/>
              <a:gd name="connsiteX2" fmla="*/ 144194 w 3010487"/>
              <a:gd name="connsiteY2" fmla="*/ 5732586 h 5732586"/>
              <a:gd name="connsiteX3" fmla="*/ 0 w 3010487"/>
              <a:gd name="connsiteY3" fmla="*/ 5728940 h 5732586"/>
              <a:gd name="connsiteX4" fmla="*/ 0 w 3010487"/>
              <a:gd name="connsiteY4" fmla="*/ 3646 h 573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0487" h="5732586">
                <a:moveTo>
                  <a:pt x="144194" y="0"/>
                </a:moveTo>
                <a:cubicBezTo>
                  <a:pt x="1727204" y="0"/>
                  <a:pt x="3010487" y="1283283"/>
                  <a:pt x="3010487" y="2866293"/>
                </a:cubicBezTo>
                <a:cubicBezTo>
                  <a:pt x="3010487" y="4449303"/>
                  <a:pt x="1727204" y="5732586"/>
                  <a:pt x="144194" y="5732586"/>
                </a:cubicBezTo>
                <a:lnTo>
                  <a:pt x="0" y="5728940"/>
                </a:lnTo>
                <a:lnTo>
                  <a:pt x="0" y="3646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" name="标题 23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73040" y="2266101"/>
            <a:ext cx="2034412" cy="2688797"/>
          </a:xfrm>
        </p:spPr>
        <p:txBody>
          <a:bodyPr anchor="ctr">
            <a:noAutofit/>
          </a:bodyPr>
          <a:lstStyle>
            <a:lvl1pPr algn="r">
              <a:defRPr sz="7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标</a:t>
            </a:r>
            <a:br>
              <a:rPr lang="en-US" altLang="zh-CN" dirty="0"/>
            </a:br>
            <a:r>
              <a:rPr lang="zh-CN" altLang="en-US" dirty="0"/>
              <a:t>题</a:t>
            </a:r>
            <a:endParaRPr lang="zh-CN" altLang="en-US" dirty="0"/>
          </a:p>
        </p:txBody>
      </p:sp>
      <p:sp>
        <p:nvSpPr>
          <p:cNvPr id="109" name="任意多边形: 形状 108"/>
          <p:cNvSpPr/>
          <p:nvPr userDrawn="1">
            <p:custDataLst>
              <p:tags r:id="rId4"/>
            </p:custDataLst>
          </p:nvPr>
        </p:nvSpPr>
        <p:spPr>
          <a:xfrm>
            <a:off x="1019811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0" name="任意多边形: 形状 109"/>
          <p:cNvSpPr/>
          <p:nvPr userDrawn="1">
            <p:custDataLst>
              <p:tags r:id="rId5"/>
            </p:custDataLst>
          </p:nvPr>
        </p:nvSpPr>
        <p:spPr>
          <a:xfrm>
            <a:off x="1236980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1" name="任意多边形: 形状 110"/>
          <p:cNvSpPr/>
          <p:nvPr userDrawn="1">
            <p:custDataLst>
              <p:tags r:id="rId6"/>
            </p:custDataLst>
          </p:nvPr>
        </p:nvSpPr>
        <p:spPr>
          <a:xfrm>
            <a:off x="1454785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2" name="任意多边形: 形状 111"/>
          <p:cNvSpPr/>
          <p:nvPr userDrawn="1">
            <p:custDataLst>
              <p:tags r:id="rId7"/>
            </p:custDataLst>
          </p:nvPr>
        </p:nvSpPr>
        <p:spPr>
          <a:xfrm>
            <a:off x="1672589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3" name="任意多边形: 形状 112"/>
          <p:cNvSpPr/>
          <p:nvPr userDrawn="1">
            <p:custDataLst>
              <p:tags r:id="rId8"/>
            </p:custDataLst>
          </p:nvPr>
        </p:nvSpPr>
        <p:spPr>
          <a:xfrm>
            <a:off x="1889760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4" name="任意多边形: 形状 113"/>
          <p:cNvSpPr/>
          <p:nvPr userDrawn="1">
            <p:custDataLst>
              <p:tags r:id="rId9"/>
            </p:custDataLst>
          </p:nvPr>
        </p:nvSpPr>
        <p:spPr>
          <a:xfrm>
            <a:off x="2107565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3" name="任意多边形: 形状 102"/>
          <p:cNvSpPr/>
          <p:nvPr userDrawn="1">
            <p:custDataLst>
              <p:tags r:id="rId10"/>
            </p:custDataLst>
          </p:nvPr>
        </p:nvSpPr>
        <p:spPr>
          <a:xfrm>
            <a:off x="1019811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4" name="任意多边形: 形状 103"/>
          <p:cNvSpPr/>
          <p:nvPr userDrawn="1">
            <p:custDataLst>
              <p:tags r:id="rId11"/>
            </p:custDataLst>
          </p:nvPr>
        </p:nvSpPr>
        <p:spPr>
          <a:xfrm>
            <a:off x="1236980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5" name="任意多边形: 形状 104"/>
          <p:cNvSpPr/>
          <p:nvPr userDrawn="1">
            <p:custDataLst>
              <p:tags r:id="rId12"/>
            </p:custDataLst>
          </p:nvPr>
        </p:nvSpPr>
        <p:spPr>
          <a:xfrm>
            <a:off x="1454785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6" name="任意多边形: 形状 105"/>
          <p:cNvSpPr/>
          <p:nvPr userDrawn="1">
            <p:custDataLst>
              <p:tags r:id="rId13"/>
            </p:custDataLst>
          </p:nvPr>
        </p:nvSpPr>
        <p:spPr>
          <a:xfrm>
            <a:off x="1672589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7" name="任意多边形: 形状 106"/>
          <p:cNvSpPr/>
          <p:nvPr userDrawn="1">
            <p:custDataLst>
              <p:tags r:id="rId14"/>
            </p:custDataLst>
          </p:nvPr>
        </p:nvSpPr>
        <p:spPr>
          <a:xfrm>
            <a:off x="1889760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8" name="任意多边形: 形状 107"/>
          <p:cNvSpPr/>
          <p:nvPr userDrawn="1">
            <p:custDataLst>
              <p:tags r:id="rId15"/>
            </p:custDataLst>
          </p:nvPr>
        </p:nvSpPr>
        <p:spPr>
          <a:xfrm>
            <a:off x="2107565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7" name="任意多边形: 形状 96"/>
          <p:cNvSpPr/>
          <p:nvPr userDrawn="1">
            <p:custDataLst>
              <p:tags r:id="rId16"/>
            </p:custDataLst>
          </p:nvPr>
        </p:nvSpPr>
        <p:spPr>
          <a:xfrm>
            <a:off x="1019811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8" name="任意多边形: 形状 97"/>
          <p:cNvSpPr/>
          <p:nvPr userDrawn="1">
            <p:custDataLst>
              <p:tags r:id="rId17"/>
            </p:custDataLst>
          </p:nvPr>
        </p:nvSpPr>
        <p:spPr>
          <a:xfrm>
            <a:off x="1236980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9" name="任意多边形: 形状 98"/>
          <p:cNvSpPr/>
          <p:nvPr userDrawn="1">
            <p:custDataLst>
              <p:tags r:id="rId18"/>
            </p:custDataLst>
          </p:nvPr>
        </p:nvSpPr>
        <p:spPr>
          <a:xfrm>
            <a:off x="1454785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0" name="任意多边形: 形状 99"/>
          <p:cNvSpPr/>
          <p:nvPr userDrawn="1">
            <p:custDataLst>
              <p:tags r:id="rId19"/>
            </p:custDataLst>
          </p:nvPr>
        </p:nvSpPr>
        <p:spPr>
          <a:xfrm>
            <a:off x="1672589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1" name="任意多边形: 形状 100"/>
          <p:cNvSpPr/>
          <p:nvPr userDrawn="1">
            <p:custDataLst>
              <p:tags r:id="rId20"/>
            </p:custDataLst>
          </p:nvPr>
        </p:nvSpPr>
        <p:spPr>
          <a:xfrm>
            <a:off x="1889760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2" name="任意多边形: 形状 101"/>
          <p:cNvSpPr/>
          <p:nvPr userDrawn="1">
            <p:custDataLst>
              <p:tags r:id="rId21"/>
            </p:custDataLst>
          </p:nvPr>
        </p:nvSpPr>
        <p:spPr>
          <a:xfrm>
            <a:off x="2107565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1" name="任意多边形: 形状 90"/>
          <p:cNvSpPr/>
          <p:nvPr userDrawn="1">
            <p:custDataLst>
              <p:tags r:id="rId22"/>
            </p:custDataLst>
          </p:nvPr>
        </p:nvSpPr>
        <p:spPr>
          <a:xfrm>
            <a:off x="1019811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2" name="任意多边形: 形状 91"/>
          <p:cNvSpPr/>
          <p:nvPr userDrawn="1">
            <p:custDataLst>
              <p:tags r:id="rId23"/>
            </p:custDataLst>
          </p:nvPr>
        </p:nvSpPr>
        <p:spPr>
          <a:xfrm>
            <a:off x="1236980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3" name="任意多边形: 形状 92"/>
          <p:cNvSpPr/>
          <p:nvPr userDrawn="1">
            <p:custDataLst>
              <p:tags r:id="rId24"/>
            </p:custDataLst>
          </p:nvPr>
        </p:nvSpPr>
        <p:spPr>
          <a:xfrm>
            <a:off x="1454785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4" name="任意多边形: 形状 93"/>
          <p:cNvSpPr/>
          <p:nvPr userDrawn="1">
            <p:custDataLst>
              <p:tags r:id="rId25"/>
            </p:custDataLst>
          </p:nvPr>
        </p:nvSpPr>
        <p:spPr>
          <a:xfrm>
            <a:off x="1672589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5" name="任意多边形: 形状 94"/>
          <p:cNvSpPr/>
          <p:nvPr userDrawn="1">
            <p:custDataLst>
              <p:tags r:id="rId26"/>
            </p:custDataLst>
          </p:nvPr>
        </p:nvSpPr>
        <p:spPr>
          <a:xfrm>
            <a:off x="1889760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6" name="任意多边形: 形状 95"/>
          <p:cNvSpPr/>
          <p:nvPr userDrawn="1">
            <p:custDataLst>
              <p:tags r:id="rId27"/>
            </p:custDataLst>
          </p:nvPr>
        </p:nvSpPr>
        <p:spPr>
          <a:xfrm>
            <a:off x="2107565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6" name="任意多边形: 形状 115"/>
          <p:cNvSpPr/>
          <p:nvPr userDrawn="1">
            <p:custDataLst>
              <p:tags r:id="rId28"/>
            </p:custDataLst>
          </p:nvPr>
        </p:nvSpPr>
        <p:spPr>
          <a:xfrm>
            <a:off x="10883032" y="5494407"/>
            <a:ext cx="1308968" cy="1363593"/>
          </a:xfrm>
          <a:custGeom>
            <a:avLst/>
            <a:gdLst>
              <a:gd name="connsiteX0" fmla="*/ 672905 w 1308968"/>
              <a:gd name="connsiteY0" fmla="*/ 0 h 1363593"/>
              <a:gd name="connsiteX1" fmla="*/ 1292915 w 1308968"/>
              <a:gd name="connsiteY1" fmla="*/ 416454 h 1363593"/>
              <a:gd name="connsiteX2" fmla="*/ 1308968 w 1308968"/>
              <a:gd name="connsiteY2" fmla="*/ 468831 h 1363593"/>
              <a:gd name="connsiteX3" fmla="*/ 1308968 w 1308968"/>
              <a:gd name="connsiteY3" fmla="*/ 1363593 h 1363593"/>
              <a:gd name="connsiteX4" fmla="*/ 0 w 1308968"/>
              <a:gd name="connsiteY4" fmla="*/ 1363593 h 1363593"/>
              <a:gd name="connsiteX5" fmla="*/ 0 w 1308968"/>
              <a:gd name="connsiteY5" fmla="*/ 681797 h 1363593"/>
              <a:gd name="connsiteX6" fmla="*/ 672905 w 1308968"/>
              <a:gd name="connsiteY6" fmla="*/ 0 h 136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8968" h="1363593">
                <a:moveTo>
                  <a:pt x="672905" y="0"/>
                </a:moveTo>
                <a:cubicBezTo>
                  <a:pt x="951555" y="0"/>
                  <a:pt x="1190739" y="171761"/>
                  <a:pt x="1292915" y="416454"/>
                </a:cubicBezTo>
                <a:lnTo>
                  <a:pt x="1308968" y="468831"/>
                </a:lnTo>
                <a:lnTo>
                  <a:pt x="1308968" y="1363593"/>
                </a:lnTo>
                <a:lnTo>
                  <a:pt x="0" y="1363593"/>
                </a:lnTo>
                <a:lnTo>
                  <a:pt x="0" y="681797"/>
                </a:lnTo>
                <a:cubicBezTo>
                  <a:pt x="0" y="305353"/>
                  <a:pt x="301371" y="0"/>
                  <a:pt x="67290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015"/>
          </a:p>
        </p:txBody>
      </p:sp>
      <p:sp>
        <p:nvSpPr>
          <p:cNvPr id="117" name="任意多边形: 形状 116"/>
          <p:cNvSpPr/>
          <p:nvPr userDrawn="1">
            <p:custDataLst>
              <p:tags r:id="rId29"/>
            </p:custDataLst>
          </p:nvPr>
        </p:nvSpPr>
        <p:spPr>
          <a:xfrm>
            <a:off x="10503205" y="6426987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cxnSp>
        <p:nvCxnSpPr>
          <p:cNvPr id="124" name="直接连接符 123"/>
          <p:cNvCxnSpPr/>
          <p:nvPr userDrawn="1">
            <p:custDataLst>
              <p:tags r:id="rId30"/>
            </p:custDataLst>
          </p:nvPr>
        </p:nvCxnSpPr>
        <p:spPr>
          <a:xfrm>
            <a:off x="4670473" y="5491317"/>
            <a:ext cx="618978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1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336405" y="120650"/>
            <a:ext cx="2606040" cy="774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9348036" y="980957"/>
            <a:ext cx="2843964" cy="5731457"/>
          </a:xfrm>
          <a:custGeom>
            <a:avLst/>
            <a:gdLst>
              <a:gd name="connsiteX0" fmla="*/ 2843964 w 2843964"/>
              <a:gd name="connsiteY0" fmla="*/ 0 h 5731457"/>
              <a:gd name="connsiteX1" fmla="*/ 2843964 w 2843964"/>
              <a:gd name="connsiteY1" fmla="*/ 5731457 h 5731457"/>
              <a:gd name="connsiteX2" fmla="*/ 2718794 w 2843964"/>
              <a:gd name="connsiteY2" fmla="*/ 5728292 h 5731457"/>
              <a:gd name="connsiteX3" fmla="*/ 0 w 2843964"/>
              <a:gd name="connsiteY3" fmla="*/ 2865728 h 5731457"/>
              <a:gd name="connsiteX4" fmla="*/ 2718794 w 2843964"/>
              <a:gd name="connsiteY4" fmla="*/ 3165 h 5731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3964" h="5731457">
                <a:moveTo>
                  <a:pt x="2843964" y="0"/>
                </a:moveTo>
                <a:lnTo>
                  <a:pt x="2843964" y="5731457"/>
                </a:lnTo>
                <a:lnTo>
                  <a:pt x="2718794" y="5728292"/>
                </a:lnTo>
                <a:cubicBezTo>
                  <a:pt x="1204331" y="5651523"/>
                  <a:pt x="0" y="4399269"/>
                  <a:pt x="0" y="2865728"/>
                </a:cubicBezTo>
                <a:cubicBezTo>
                  <a:pt x="0" y="1332187"/>
                  <a:pt x="1204331" y="79933"/>
                  <a:pt x="2718794" y="3165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3"/>
            </p:custDataLst>
          </p:nvPr>
        </p:nvSpPr>
        <p:spPr>
          <a:xfrm>
            <a:off x="1005522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4" name="任意多边形: 形状 33"/>
          <p:cNvSpPr/>
          <p:nvPr userDrawn="1">
            <p:custDataLst>
              <p:tags r:id="rId4"/>
            </p:custDataLst>
          </p:nvPr>
        </p:nvSpPr>
        <p:spPr>
          <a:xfrm>
            <a:off x="1027303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5" name="任意多边形: 形状 34"/>
          <p:cNvSpPr/>
          <p:nvPr userDrawn="1">
            <p:custDataLst>
              <p:tags r:id="rId5"/>
            </p:custDataLst>
          </p:nvPr>
        </p:nvSpPr>
        <p:spPr>
          <a:xfrm>
            <a:off x="1049020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6" name="任意多边形: 形状 35"/>
          <p:cNvSpPr/>
          <p:nvPr userDrawn="1">
            <p:custDataLst>
              <p:tags r:id="rId6"/>
            </p:custDataLst>
          </p:nvPr>
        </p:nvSpPr>
        <p:spPr>
          <a:xfrm>
            <a:off x="1070800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7" name="任意多边形: 形状 36"/>
          <p:cNvSpPr/>
          <p:nvPr userDrawn="1">
            <p:custDataLst>
              <p:tags r:id="rId7"/>
            </p:custDataLst>
          </p:nvPr>
        </p:nvSpPr>
        <p:spPr>
          <a:xfrm>
            <a:off x="1092517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8" name="任意多边形: 形状 37"/>
          <p:cNvSpPr/>
          <p:nvPr userDrawn="1">
            <p:custDataLst>
              <p:tags r:id="rId8"/>
            </p:custDataLst>
          </p:nvPr>
        </p:nvSpPr>
        <p:spPr>
          <a:xfrm>
            <a:off x="1114298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7" name="任意多边形: 形状 26"/>
          <p:cNvSpPr/>
          <p:nvPr userDrawn="1">
            <p:custDataLst>
              <p:tags r:id="rId9"/>
            </p:custDataLst>
          </p:nvPr>
        </p:nvSpPr>
        <p:spPr>
          <a:xfrm>
            <a:off x="1005522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8" name="任意多边形: 形状 27"/>
          <p:cNvSpPr/>
          <p:nvPr userDrawn="1">
            <p:custDataLst>
              <p:tags r:id="rId10"/>
            </p:custDataLst>
          </p:nvPr>
        </p:nvSpPr>
        <p:spPr>
          <a:xfrm>
            <a:off x="1027303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9" name="任意多边形: 形状 28"/>
          <p:cNvSpPr/>
          <p:nvPr userDrawn="1">
            <p:custDataLst>
              <p:tags r:id="rId11"/>
            </p:custDataLst>
          </p:nvPr>
        </p:nvSpPr>
        <p:spPr>
          <a:xfrm>
            <a:off x="1049020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0" name="任意多边形: 形状 29"/>
          <p:cNvSpPr/>
          <p:nvPr userDrawn="1">
            <p:custDataLst>
              <p:tags r:id="rId12"/>
            </p:custDataLst>
          </p:nvPr>
        </p:nvSpPr>
        <p:spPr>
          <a:xfrm>
            <a:off x="1070800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1" name="任意多边形: 形状 30"/>
          <p:cNvSpPr/>
          <p:nvPr userDrawn="1">
            <p:custDataLst>
              <p:tags r:id="rId13"/>
            </p:custDataLst>
          </p:nvPr>
        </p:nvSpPr>
        <p:spPr>
          <a:xfrm>
            <a:off x="1092517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2" name="任意多边形: 形状 31"/>
          <p:cNvSpPr/>
          <p:nvPr userDrawn="1">
            <p:custDataLst>
              <p:tags r:id="rId14"/>
            </p:custDataLst>
          </p:nvPr>
        </p:nvSpPr>
        <p:spPr>
          <a:xfrm>
            <a:off x="1114298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1" name="任意多边形: 形状 20"/>
          <p:cNvSpPr/>
          <p:nvPr userDrawn="1">
            <p:custDataLst>
              <p:tags r:id="rId15"/>
            </p:custDataLst>
          </p:nvPr>
        </p:nvSpPr>
        <p:spPr>
          <a:xfrm>
            <a:off x="1005522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2" name="任意多边形: 形状 21"/>
          <p:cNvSpPr/>
          <p:nvPr userDrawn="1">
            <p:custDataLst>
              <p:tags r:id="rId16"/>
            </p:custDataLst>
          </p:nvPr>
        </p:nvSpPr>
        <p:spPr>
          <a:xfrm>
            <a:off x="1027303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3" name="任意多边形: 形状 22"/>
          <p:cNvSpPr/>
          <p:nvPr userDrawn="1">
            <p:custDataLst>
              <p:tags r:id="rId17"/>
            </p:custDataLst>
          </p:nvPr>
        </p:nvSpPr>
        <p:spPr>
          <a:xfrm>
            <a:off x="1049020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4" name="任意多边形: 形状 23"/>
          <p:cNvSpPr/>
          <p:nvPr userDrawn="1">
            <p:custDataLst>
              <p:tags r:id="rId18"/>
            </p:custDataLst>
          </p:nvPr>
        </p:nvSpPr>
        <p:spPr>
          <a:xfrm>
            <a:off x="1070800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5" name="任意多边形: 形状 24"/>
          <p:cNvSpPr/>
          <p:nvPr userDrawn="1">
            <p:custDataLst>
              <p:tags r:id="rId19"/>
            </p:custDataLst>
          </p:nvPr>
        </p:nvSpPr>
        <p:spPr>
          <a:xfrm>
            <a:off x="1092517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6" name="任意多边形: 形状 25"/>
          <p:cNvSpPr/>
          <p:nvPr userDrawn="1">
            <p:custDataLst>
              <p:tags r:id="rId20"/>
            </p:custDataLst>
          </p:nvPr>
        </p:nvSpPr>
        <p:spPr>
          <a:xfrm>
            <a:off x="1114298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" name="任意多边形: 形状 14"/>
          <p:cNvSpPr/>
          <p:nvPr userDrawn="1">
            <p:custDataLst>
              <p:tags r:id="rId21"/>
            </p:custDataLst>
          </p:nvPr>
        </p:nvSpPr>
        <p:spPr>
          <a:xfrm>
            <a:off x="1005522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" name="任意多边形: 形状 15"/>
          <p:cNvSpPr/>
          <p:nvPr userDrawn="1">
            <p:custDataLst>
              <p:tags r:id="rId22"/>
            </p:custDataLst>
          </p:nvPr>
        </p:nvSpPr>
        <p:spPr>
          <a:xfrm>
            <a:off x="1027303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" name="任意多边形: 形状 16"/>
          <p:cNvSpPr/>
          <p:nvPr userDrawn="1">
            <p:custDataLst>
              <p:tags r:id="rId23"/>
            </p:custDataLst>
          </p:nvPr>
        </p:nvSpPr>
        <p:spPr>
          <a:xfrm>
            <a:off x="1049020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8" name="任意多边形: 形状 17"/>
          <p:cNvSpPr/>
          <p:nvPr userDrawn="1">
            <p:custDataLst>
              <p:tags r:id="rId24"/>
            </p:custDataLst>
          </p:nvPr>
        </p:nvSpPr>
        <p:spPr>
          <a:xfrm>
            <a:off x="1070800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9" name="任意多边形: 形状 18"/>
          <p:cNvSpPr/>
          <p:nvPr userDrawn="1">
            <p:custDataLst>
              <p:tags r:id="rId25"/>
            </p:custDataLst>
          </p:nvPr>
        </p:nvSpPr>
        <p:spPr>
          <a:xfrm>
            <a:off x="1092517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0" name="任意多边形: 形状 19"/>
          <p:cNvSpPr/>
          <p:nvPr userDrawn="1">
            <p:custDataLst>
              <p:tags r:id="rId26"/>
            </p:custDataLst>
          </p:nvPr>
        </p:nvSpPr>
        <p:spPr>
          <a:xfrm>
            <a:off x="1114298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9" name="任意多边形 1"/>
          <p:cNvSpPr/>
          <p:nvPr userDrawn="1">
            <p:custDataLst>
              <p:tags r:id="rId27"/>
            </p:custDataLst>
          </p:nvPr>
        </p:nvSpPr>
        <p:spPr>
          <a:xfrm>
            <a:off x="206375" y="5969564"/>
            <a:ext cx="1343382" cy="88907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6" h="1400">
                <a:moveTo>
                  <a:pt x="1058" y="0"/>
                </a:moveTo>
                <a:cubicBezTo>
                  <a:pt x="1570" y="0"/>
                  <a:pt x="1997" y="368"/>
                  <a:pt x="2096" y="857"/>
                </a:cubicBezTo>
                <a:lnTo>
                  <a:pt x="2116" y="1053"/>
                </a:lnTo>
                <a:lnTo>
                  <a:pt x="1762" y="1053"/>
                </a:lnTo>
                <a:lnTo>
                  <a:pt x="1762" y="1400"/>
                </a:lnTo>
                <a:lnTo>
                  <a:pt x="0" y="1400"/>
                </a:lnTo>
                <a:lnTo>
                  <a:pt x="0" y="1053"/>
                </a:lnTo>
                <a:lnTo>
                  <a:pt x="0" y="1053"/>
                </a:lnTo>
                <a:lnTo>
                  <a:pt x="20" y="857"/>
                </a:lnTo>
                <a:cubicBezTo>
                  <a:pt x="119" y="368"/>
                  <a:pt x="546" y="0"/>
                  <a:pt x="10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1808163" y="2655570"/>
            <a:ext cx="8575675" cy="154686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40" name="直接连接符 39"/>
          <p:cNvCxnSpPr/>
          <p:nvPr userDrawn="1">
            <p:custDataLst>
              <p:tags r:id="rId29"/>
            </p:custDataLst>
          </p:nvPr>
        </p:nvCxnSpPr>
        <p:spPr>
          <a:xfrm>
            <a:off x="1549757" y="6527800"/>
            <a:ext cx="857214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: 形状 40"/>
          <p:cNvSpPr/>
          <p:nvPr userDrawn="1">
            <p:custDataLst>
              <p:tags r:id="rId30"/>
            </p:custDataLst>
          </p:nvPr>
        </p:nvSpPr>
        <p:spPr>
          <a:xfrm>
            <a:off x="1075734" y="6426567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31"/>
            </p:custDataLst>
          </p:nvPr>
        </p:nvSpPr>
        <p:spPr>
          <a:xfrm>
            <a:off x="10270349" y="2560320"/>
            <a:ext cx="1632479" cy="1869606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pic>
        <p:nvPicPr>
          <p:cNvPr id="10" name="VCG41N1266076819"/>
          <p:cNvPicPr>
            <a:picLocks noChangeAspect="1"/>
          </p:cNvPicPr>
          <p:nvPr userDrawn="1"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13764" y="0"/>
            <a:ext cx="1888015" cy="3047113"/>
          </a:xfrm>
          <a:prstGeom prst="rect">
            <a:avLst/>
          </a:prstGeom>
        </p:spPr>
      </p:pic>
      <p:pic>
        <p:nvPicPr>
          <p:cNvPr id="4" name="图片 1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9336405" y="120650"/>
            <a:ext cx="2606040" cy="774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450000"/>
            <a:ext cx="10800000" cy="5400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>
            <p:custDataLst>
              <p:tags r:id="rId2"/>
            </p:custDataLst>
          </p:nvPr>
        </p:nvCxnSpPr>
        <p:spPr>
          <a:xfrm>
            <a:off x="558800" y="65278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3"/>
            </p:custDataLst>
          </p:nvPr>
        </p:nvSpPr>
        <p:spPr>
          <a:xfrm>
            <a:off x="9845675" y="4699635"/>
            <a:ext cx="1585595" cy="2153285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2" name="任意多边形: 形状 11"/>
          <p:cNvSpPr/>
          <p:nvPr userDrawn="1">
            <p:custDataLst>
              <p:tags r:id="rId4"/>
            </p:custDataLst>
          </p:nvPr>
        </p:nvSpPr>
        <p:spPr>
          <a:xfrm flipH="1">
            <a:off x="11233785" y="1573530"/>
            <a:ext cx="957580" cy="1717675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5" name="任意多边形: 形状 14"/>
          <p:cNvSpPr/>
          <p:nvPr userDrawn="1">
            <p:custDataLst>
              <p:tags r:id="rId5"/>
            </p:custDataLst>
          </p:nvPr>
        </p:nvSpPr>
        <p:spPr>
          <a:xfrm>
            <a:off x="10956925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6"/>
            </p:custDataLst>
          </p:nvPr>
        </p:nvSpPr>
        <p:spPr>
          <a:xfrm>
            <a:off x="11095355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7"/>
            </p:custDataLst>
          </p:nvPr>
        </p:nvSpPr>
        <p:spPr>
          <a:xfrm>
            <a:off x="11233151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8"/>
            </p:custDataLst>
          </p:nvPr>
        </p:nvSpPr>
        <p:spPr>
          <a:xfrm>
            <a:off x="11371580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9"/>
            </p:custDataLst>
          </p:nvPr>
        </p:nvSpPr>
        <p:spPr>
          <a:xfrm>
            <a:off x="11510011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0"/>
            </p:custDataLst>
          </p:nvPr>
        </p:nvSpPr>
        <p:spPr>
          <a:xfrm>
            <a:off x="11648440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1"/>
            </p:custDataLst>
          </p:nvPr>
        </p:nvSpPr>
        <p:spPr>
          <a:xfrm>
            <a:off x="10956925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2"/>
            </p:custDataLst>
          </p:nvPr>
        </p:nvSpPr>
        <p:spPr>
          <a:xfrm>
            <a:off x="11095355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3"/>
            </p:custDataLst>
          </p:nvPr>
        </p:nvSpPr>
        <p:spPr>
          <a:xfrm>
            <a:off x="11233151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4"/>
            </p:custDataLst>
          </p:nvPr>
        </p:nvSpPr>
        <p:spPr>
          <a:xfrm>
            <a:off x="11371580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5"/>
            </p:custDataLst>
          </p:nvPr>
        </p:nvSpPr>
        <p:spPr>
          <a:xfrm>
            <a:off x="11510011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6"/>
            </p:custDataLst>
          </p:nvPr>
        </p:nvSpPr>
        <p:spPr>
          <a:xfrm>
            <a:off x="11648440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17"/>
            </p:custDataLst>
          </p:nvPr>
        </p:nvSpPr>
        <p:spPr>
          <a:xfrm>
            <a:off x="10956925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18"/>
            </p:custDataLst>
          </p:nvPr>
        </p:nvSpPr>
        <p:spPr>
          <a:xfrm>
            <a:off x="11095355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19"/>
            </p:custDataLst>
          </p:nvPr>
        </p:nvSpPr>
        <p:spPr>
          <a:xfrm>
            <a:off x="11233151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0"/>
            </p:custDataLst>
          </p:nvPr>
        </p:nvSpPr>
        <p:spPr>
          <a:xfrm>
            <a:off x="11371580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1"/>
            </p:custDataLst>
          </p:nvPr>
        </p:nvSpPr>
        <p:spPr>
          <a:xfrm>
            <a:off x="11510011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2"/>
            </p:custDataLst>
          </p:nvPr>
        </p:nvSpPr>
        <p:spPr>
          <a:xfrm>
            <a:off x="11648440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3"/>
            </p:custDataLst>
          </p:nvPr>
        </p:nvSpPr>
        <p:spPr>
          <a:xfrm>
            <a:off x="10956925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4"/>
            </p:custDataLst>
          </p:nvPr>
        </p:nvSpPr>
        <p:spPr>
          <a:xfrm>
            <a:off x="11095355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5"/>
            </p:custDataLst>
          </p:nvPr>
        </p:nvSpPr>
        <p:spPr>
          <a:xfrm>
            <a:off x="11233151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6"/>
            </p:custDataLst>
          </p:nvPr>
        </p:nvSpPr>
        <p:spPr>
          <a:xfrm>
            <a:off x="11371580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27"/>
            </p:custDataLst>
          </p:nvPr>
        </p:nvSpPr>
        <p:spPr>
          <a:xfrm>
            <a:off x="11510011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28"/>
            </p:custDataLst>
          </p:nvPr>
        </p:nvSpPr>
        <p:spPr>
          <a:xfrm>
            <a:off x="11648440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29"/>
            </p:custDataLst>
          </p:nvPr>
        </p:nvSpPr>
        <p:spPr>
          <a:xfrm>
            <a:off x="0" y="5696299"/>
            <a:ext cx="1161701" cy="1161701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45" name="任意多边形: 形状 44"/>
          <p:cNvSpPr/>
          <p:nvPr userDrawn="1">
            <p:custDataLst>
              <p:tags r:id="rId30"/>
            </p:custDataLst>
          </p:nvPr>
        </p:nvSpPr>
        <p:spPr>
          <a:xfrm>
            <a:off x="9381490" y="6158230"/>
            <a:ext cx="1045845" cy="699770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cxnSp>
        <p:nvCxnSpPr>
          <p:cNvPr id="10" name="直接连接符 9"/>
          <p:cNvCxnSpPr/>
          <p:nvPr userDrawn="1">
            <p:custDataLst>
              <p:tags r:id="rId31"/>
            </p:custDataLst>
          </p:nvPr>
        </p:nvCxnSpPr>
        <p:spPr>
          <a:xfrm>
            <a:off x="681622" y="1094868"/>
            <a:ext cx="1098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1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9336405" y="120650"/>
            <a:ext cx="2606040" cy="774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5960" y="1127250"/>
            <a:ext cx="10800000" cy="54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95960" y="1833562"/>
            <a:ext cx="10800000" cy="365521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 userDrawn="1">
            <p:custDataLst>
              <p:tags r:id="rId10"/>
            </p:custDataLst>
          </p:nvPr>
        </p:nvCxnSpPr>
        <p:spPr>
          <a:xfrm>
            <a:off x="681622" y="1094868"/>
            <a:ext cx="1098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39" name="任意多边形 1"/>
          <p:cNvSpPr/>
          <p:nvPr userDrawn="1">
            <p:custDataLst>
              <p:tags r:id="rId12"/>
            </p:custDataLst>
          </p:nvPr>
        </p:nvSpPr>
        <p:spPr>
          <a:xfrm>
            <a:off x="206375" y="5969564"/>
            <a:ext cx="1343382" cy="88907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6" h="1400">
                <a:moveTo>
                  <a:pt x="1058" y="0"/>
                </a:moveTo>
                <a:cubicBezTo>
                  <a:pt x="1570" y="0"/>
                  <a:pt x="1997" y="368"/>
                  <a:pt x="2096" y="857"/>
                </a:cubicBezTo>
                <a:lnTo>
                  <a:pt x="2116" y="1053"/>
                </a:lnTo>
                <a:lnTo>
                  <a:pt x="1762" y="1053"/>
                </a:lnTo>
                <a:lnTo>
                  <a:pt x="1762" y="1400"/>
                </a:lnTo>
                <a:lnTo>
                  <a:pt x="0" y="1400"/>
                </a:lnTo>
                <a:lnTo>
                  <a:pt x="0" y="1053"/>
                </a:lnTo>
                <a:lnTo>
                  <a:pt x="0" y="1053"/>
                </a:lnTo>
                <a:lnTo>
                  <a:pt x="20" y="857"/>
                </a:lnTo>
                <a:cubicBezTo>
                  <a:pt x="119" y="368"/>
                  <a:pt x="546" y="0"/>
                  <a:pt x="10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sz="1800"/>
          </a:p>
        </p:txBody>
      </p:sp>
      <p:cxnSp>
        <p:nvCxnSpPr>
          <p:cNvPr id="40" name="直接连接符 39"/>
          <p:cNvCxnSpPr/>
          <p:nvPr userDrawn="1">
            <p:custDataLst>
              <p:tags r:id="rId13"/>
            </p:custDataLst>
          </p:nvPr>
        </p:nvCxnSpPr>
        <p:spPr>
          <a:xfrm>
            <a:off x="1549757" y="6527800"/>
            <a:ext cx="857214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: 形状 40"/>
          <p:cNvSpPr/>
          <p:nvPr userDrawn="1">
            <p:custDataLst>
              <p:tags r:id="rId14"/>
            </p:custDataLst>
          </p:nvPr>
        </p:nvSpPr>
        <p:spPr>
          <a:xfrm>
            <a:off x="1075734" y="6426567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p>
            <a:endParaRPr lang="zh-CN" altLang="en-US" sz="1800"/>
          </a:p>
        </p:txBody>
      </p:sp>
      <p:pic>
        <p:nvPicPr>
          <p:cNvPr id="4" name="图片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36405" y="120650"/>
            <a:ext cx="2606040" cy="7747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tags" Target="../tags/tag15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73.xml"/><Relationship Id="rId2" Type="http://schemas.openxmlformats.org/officeDocument/2006/relationships/image" Target="../media/image6.png"/><Relationship Id="rId1" Type="http://schemas.openxmlformats.org/officeDocument/2006/relationships/tags" Target="../tags/tag1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0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17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3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5.xml"/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tags" Target="../tags/tag184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7.xml"/><Relationship Id="rId3" Type="http://schemas.openxmlformats.org/officeDocument/2006/relationships/image" Target="../media/image11.emf"/><Relationship Id="rId2" Type="http://schemas.openxmlformats.org/officeDocument/2006/relationships/oleObject" Target="../embeddings/oleObject2.bin"/><Relationship Id="rId1" Type="http://schemas.openxmlformats.org/officeDocument/2006/relationships/tags" Target="../tags/tag18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zh-CN" altLang="en-US"/>
              <a:t>实验</a:t>
            </a:r>
            <a:r>
              <a:rPr lang="en-US" altLang="zh-CN"/>
              <a:t>11 </a:t>
            </a:r>
            <a:r>
              <a:rPr lang="zh-CN" altLang="en-US"/>
              <a:t>多因子量化选股案例</a:t>
            </a:r>
            <a:endParaRPr lang="zh-CN" altLang="en-US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838200" y="3813810"/>
            <a:ext cx="10515600" cy="47879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软件与人工智能学院</a:t>
            </a:r>
            <a:r>
              <a:rPr lang="en-US" altLang="zh-CN">
                <a:solidFill>
                  <a:schemeClr val="tx1"/>
                </a:solidFill>
              </a:rPr>
              <a:t>     </a:t>
            </a:r>
            <a:r>
              <a:rPr lang="zh-CN" altLang="en-US">
                <a:solidFill>
                  <a:schemeClr val="tx1"/>
                </a:solidFill>
              </a:rPr>
              <a:t>饶嘉雯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1989109"/>
            <a:ext cx="1269252" cy="2688797"/>
          </a:xfrm>
        </p:spPr>
        <p:txBody>
          <a:bodyPr/>
          <a:lstStyle/>
          <a:p>
            <a:r>
              <a:rPr lang="zh-CN" altLang="en-US" dirty="0">
                <a:solidFill>
                  <a:schemeClr val="lt1">
                    <a:lumMod val="100000"/>
                  </a:schemeClr>
                </a:solidFill>
              </a:rPr>
              <a:t>目录</a:t>
            </a:r>
            <a:endParaRPr lang="zh-CN" altLang="en-US" dirty="0">
              <a:solidFill>
                <a:schemeClr val="lt1">
                  <a:lumMod val="100000"/>
                </a:schemeClr>
              </a:solidFill>
            </a:endParaRPr>
          </a:p>
        </p:txBody>
      </p:sp>
      <p:sp>
        <p:nvSpPr>
          <p:cNvPr id="13" name="序号"/>
          <p:cNvSpPr txBox="1"/>
          <p:nvPr>
            <p:custDataLst>
              <p:tags r:id="rId2"/>
            </p:custDataLst>
          </p:nvPr>
        </p:nvSpPr>
        <p:spPr>
          <a:xfrm>
            <a:off x="4080028" y="1455422"/>
            <a:ext cx="658495" cy="9820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01</a:t>
            </a:r>
            <a:endParaRPr lang="en-US" sz="2800" b="1" dirty="0">
              <a:solidFill>
                <a:schemeClr val="tx2">
                  <a:lumMod val="50000"/>
                  <a:lumOff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4" name="项标题"/>
          <p:cNvSpPr txBox="1"/>
          <p:nvPr>
            <p:custDataLst>
              <p:tags r:id="rId3"/>
            </p:custDataLst>
          </p:nvPr>
        </p:nvSpPr>
        <p:spPr>
          <a:xfrm>
            <a:off x="4872355" y="1456055"/>
            <a:ext cx="5001260" cy="981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程序功能介绍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任意多边形: 形状 14"/>
          <p:cNvSpPr/>
          <p:nvPr>
            <p:custDataLst>
              <p:tags r:id="rId4"/>
            </p:custDataLst>
          </p:nvPr>
        </p:nvSpPr>
        <p:spPr>
          <a:xfrm rot="5400000">
            <a:off x="3767243" y="1578931"/>
            <a:ext cx="278415" cy="154590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endParaRPr lang="zh-CN" alt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任意多边形: 形状 15"/>
          <p:cNvSpPr/>
          <p:nvPr>
            <p:custDataLst>
              <p:tags r:id="rId5"/>
            </p:custDataLst>
          </p:nvPr>
        </p:nvSpPr>
        <p:spPr>
          <a:xfrm rot="5400000">
            <a:off x="3767243" y="2768237"/>
            <a:ext cx="278415" cy="154590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endParaRPr lang="zh-CN" alt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任意多边形: 形状 16"/>
          <p:cNvSpPr/>
          <p:nvPr>
            <p:custDataLst>
              <p:tags r:id="rId6"/>
            </p:custDataLst>
          </p:nvPr>
        </p:nvSpPr>
        <p:spPr>
          <a:xfrm rot="5400000">
            <a:off x="3767243" y="3957543"/>
            <a:ext cx="278415" cy="154590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endParaRPr lang="zh-CN" alt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序号"/>
          <p:cNvSpPr txBox="1"/>
          <p:nvPr>
            <p:custDataLst>
              <p:tags r:id="rId7"/>
            </p:custDataLst>
          </p:nvPr>
        </p:nvSpPr>
        <p:spPr>
          <a:xfrm>
            <a:off x="4080028" y="2641120"/>
            <a:ext cx="658495" cy="9820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02</a:t>
            </a:r>
            <a:endParaRPr 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0" name="项标题"/>
          <p:cNvSpPr txBox="1"/>
          <p:nvPr>
            <p:custDataLst>
              <p:tags r:id="rId8"/>
            </p:custDataLst>
          </p:nvPr>
        </p:nvSpPr>
        <p:spPr>
          <a:xfrm>
            <a:off x="4872576" y="2641755"/>
            <a:ext cx="4208896" cy="9817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程序设计的思路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序号"/>
          <p:cNvSpPr txBox="1"/>
          <p:nvPr>
            <p:custDataLst>
              <p:tags r:id="rId9"/>
            </p:custDataLst>
          </p:nvPr>
        </p:nvSpPr>
        <p:spPr>
          <a:xfrm>
            <a:off x="4080028" y="3826818"/>
            <a:ext cx="658495" cy="9820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03</a:t>
            </a:r>
            <a:endParaRPr 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2" name="项标题"/>
          <p:cNvSpPr txBox="1"/>
          <p:nvPr>
            <p:custDataLst>
              <p:tags r:id="rId10"/>
            </p:custDataLst>
          </p:nvPr>
        </p:nvSpPr>
        <p:spPr>
          <a:xfrm>
            <a:off x="4872576" y="3827453"/>
            <a:ext cx="4208896" cy="9817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关键技术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10270349" y="2560320"/>
            <a:ext cx="1632479" cy="1869606"/>
          </a:xfrm>
        </p:spPr>
        <p:txBody>
          <a:bodyPr/>
          <a:lstStyle/>
          <a:p>
            <a:r>
              <a:rPr lang="en-US" altLang="zh-CN" dirty="0">
                <a:solidFill>
                  <a:schemeClr val="lt1">
                    <a:lumMod val="100000"/>
                  </a:schemeClr>
                </a:solidFill>
              </a:rPr>
              <a:t>01</a:t>
            </a:r>
            <a:endParaRPr lang="zh-CN" altLang="en-US" dirty="0">
              <a:solidFill>
                <a:schemeClr val="lt1">
                  <a:lumMod val="100000"/>
                </a:schemeClr>
              </a:solidFill>
            </a:endParaRPr>
          </a:p>
        </p:txBody>
      </p:sp>
      <p:sp>
        <p:nvSpPr>
          <p:cNvPr id="5" name="标题 4"/>
          <p:cNvSpPr/>
          <p:nvPr>
            <p:ph type="title"/>
          </p:nvPr>
        </p:nvSpPr>
        <p:spPr>
          <a:xfrm>
            <a:off x="1055688" y="2637155"/>
            <a:ext cx="8575675" cy="1546860"/>
          </a:xfrm>
        </p:spPr>
        <p:txBody>
          <a:bodyPr>
            <a:normAutofit/>
          </a:bodyPr>
          <a:p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sym typeface="+mn-ea"/>
              </a:rPr>
              <a:t>程序功能介绍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4260056" y="5095875"/>
            <a:ext cx="397311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11.1  </a:t>
            </a:r>
            <a:r>
              <a:rPr lang="zh-CN" altLang="en-US">
                <a:effectLst/>
                <a:sym typeface="+mn-ea"/>
              </a:rPr>
              <a:t>程序功能介绍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25" y="3717290"/>
            <a:ext cx="10325735" cy="18211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55370" y="1484630"/>
            <a:ext cx="997839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latinLnBrk="0" hangingPunct="1">
              <a:lnSpc>
                <a:spcPct val="150000"/>
              </a:lnSpc>
            </a:pP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本程序是一个基于多因子量化模型的股票筛选工具，通过系统化的数据处理与财务指标分析，从海量股票数据中筛选出综合表现优异的股票，并将其存入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EXCEL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文件中。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数据存储内容如下：</a:t>
            </a:r>
            <a:endParaRPr lang="zh-CN" altLang="en-US" sz="2400" b="0" i="0">
              <a:solidFill>
                <a:srgbClr val="0607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4260056" y="5095875"/>
            <a:ext cx="397311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11.1  </a:t>
            </a:r>
            <a:r>
              <a:rPr lang="zh-CN" altLang="en-US">
                <a:effectLst/>
                <a:sym typeface="+mn-ea"/>
              </a:rPr>
              <a:t>程序功能介绍</a:t>
            </a:r>
            <a:endParaRPr lang="zh-CN" altLang="en-US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3615" y="1680845"/>
            <a:ext cx="9978390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latinLnBrk="0" hangingPunct="1">
              <a:lnSpc>
                <a:spcPct val="150000"/>
              </a:lnSpc>
            </a:pP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在原始数据表中，有</a:t>
            </a:r>
            <a:r>
              <a:rPr lang="en-US" altLang="zh-CN" sz="24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742</a:t>
            </a:r>
            <a:r>
              <a:rPr lang="zh-CN" altLang="en-US" sz="24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支股票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24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24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个参数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的历史数据。这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个参数分别是：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EV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（公司价值），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PER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（市盈率），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EPS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（每股收益），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DIV_PER_SHR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DPS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，每股股息），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NUMBER_OF_SHARES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NOS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，股份数目），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ROE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（净资产收益率），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TOTAL_LIABILITIES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TL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，负债合计），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TOTAL_SHAREHOLDERS_EQUITY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TSE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，股东权益总额）。其列索引结构为：</a:t>
            </a:r>
            <a:r>
              <a:rPr lang="zh-CN" altLang="en-US" sz="24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公司名称</a:t>
            </a:r>
            <a:r>
              <a:rPr lang="en-US" altLang="zh-CN" sz="24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- </a:t>
            </a:r>
            <a:r>
              <a:rPr lang="zh-CN" altLang="en-US" sz="24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股票参数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b="0" i="0">
              <a:solidFill>
                <a:srgbClr val="0607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52310" y="62439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zh-CN" altLang="en-US" dirty="0" err="1" smtClean="0"/>
          </a:p>
        </p:txBody>
      </p:sp>
    </p:spTree>
    <p:custDataLst>
      <p:tags r:id="rId2"/>
    </p:custDataLst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4260056" y="5095875"/>
            <a:ext cx="397311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11.1  </a:t>
            </a:r>
            <a:r>
              <a:rPr lang="zh-CN" altLang="en-US">
                <a:effectLst/>
                <a:sym typeface="+mn-ea"/>
              </a:rPr>
              <a:t>程序功能介绍</a:t>
            </a:r>
            <a:endParaRPr lang="zh-CN" altLang="en-US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1860" y="1268730"/>
            <a:ext cx="10616565" cy="45231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latinLnBrk="0" hangingPunct="1">
              <a:lnSpc>
                <a:spcPct val="150000"/>
              </a:lnSpc>
            </a:pPr>
            <a:r>
              <a:rPr lang="zh-CN" altLang="en-US" sz="240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常用的选股因子与相应策略：</a:t>
            </a:r>
            <a:endParaRPr lang="zh-CN" altLang="en-US" sz="2400">
              <a:solidFill>
                <a:srgbClr val="06071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EV</a:t>
            </a:r>
            <a:r>
              <a:rPr lang="zh-CN" altLang="en-US" sz="240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（公司价值）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：越小越值得选择</a:t>
            </a:r>
            <a:endParaRPr lang="en-US" altLang="zh-CN" sz="2400" b="0" i="0">
              <a:solidFill>
                <a:srgbClr val="06071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PER</a:t>
            </a:r>
            <a:r>
              <a:rPr lang="zh-CN" altLang="en-US" sz="240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（市盈率）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40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越小越值得选择</a:t>
            </a:r>
            <a:endParaRPr lang="en-US" altLang="zh-CN" sz="2400" b="0" i="0">
              <a:solidFill>
                <a:srgbClr val="06071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EPS</a:t>
            </a:r>
            <a:r>
              <a:rPr lang="zh-CN" altLang="en-US" sz="240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（每股收益）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40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越大越值得选择</a:t>
            </a:r>
            <a:endParaRPr lang="en-US" altLang="zh-CN" sz="2400" b="0" i="0">
              <a:solidFill>
                <a:srgbClr val="06071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PEG 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240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市盈率增长比率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: </a:t>
            </a:r>
            <a:r>
              <a:rPr lang="en-US" altLang="zh-CN" sz="24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PER/((EPS(t)/EPS(t-1)-1)*100)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越小越值得选择</a:t>
            </a:r>
            <a:endParaRPr lang="zh-CN" altLang="en-US" sz="2400" b="0" i="0">
              <a:solidFill>
                <a:srgbClr val="06071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DPR 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240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股息支付率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  <a:r>
              <a:rPr lang="en-US" altLang="zh-CN" sz="24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DIV_PER_SHR/EPS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越大越值得选择</a:t>
            </a:r>
            <a:endParaRPr lang="zh-CN" altLang="en-US" sz="2400" b="0" i="0">
              <a:solidFill>
                <a:srgbClr val="06071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ROE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240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净资产收益率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）：越大越值得选择</a:t>
            </a:r>
            <a:endParaRPr lang="zh-CN" altLang="en-US" sz="2400" b="0" i="0">
              <a:solidFill>
                <a:srgbClr val="06071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DER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240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债务权益比率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  <a:r>
              <a:rPr lang="en-US" altLang="zh-CN" sz="2400" b="0" i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TOTAL_LIABILITIES/TSE</a:t>
            </a:r>
            <a:r>
              <a:rPr lang="zh-CN" altLang="en-US" sz="2400" b="0" i="0">
                <a:solidFill>
                  <a:srgbClr val="06071F"/>
                </a:solidFill>
                <a:latin typeface="微软雅黑" panose="020B0503020204020204" charset="-122"/>
                <a:ea typeface="微软雅黑" panose="020B0503020204020204" charset="-122"/>
              </a:rPr>
              <a:t>，越小越值得选择</a:t>
            </a:r>
            <a:endParaRPr lang="zh-CN" altLang="en-US" sz="2400" b="0" i="0">
              <a:solidFill>
                <a:srgbClr val="06071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en-US" altLang="zh-CN"/>
              <a:t>02</a:t>
            </a:r>
            <a:endParaRPr lang="en-US" altLang="zh-CN"/>
          </a:p>
        </p:txBody>
      </p:sp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程序设计的思路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11.2  </a:t>
            </a:r>
            <a:r>
              <a:rPr lang="zh-CN" altLang="en-US">
                <a:sym typeface="+mn-ea"/>
              </a:rPr>
              <a:t>程序设计的思路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3570" y="2177415"/>
            <a:ext cx="11561445" cy="286131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打开文件读数据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数据清洗（每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列为一组数据，如果某组中有问题列，则删除整组列）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将包含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#ERROR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列的公司股票数据删除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将缺失值数量超过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的公司股票数据删除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用每列的平均值填充缺失值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1700530"/>
            <a:ext cx="5480050" cy="4400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b="784"/>
          <a:stretch>
            <a:fillRect/>
          </a:stretch>
        </p:blipFill>
        <p:spPr>
          <a:xfrm>
            <a:off x="7176135" y="836295"/>
            <a:ext cx="3905885" cy="55441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930" y="1268730"/>
            <a:ext cx="5128260" cy="48793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11.2  </a:t>
            </a:r>
            <a:r>
              <a:rPr lang="zh-CN" altLang="en-US">
                <a:sym typeface="+mn-ea"/>
              </a:rPr>
              <a:t>程序设计的思路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3615" y="1917065"/>
            <a:ext cx="7684770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创建新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DataFrame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，存储选股因子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多因子量化选股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根据各个选股因子排序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提取每个选股因子排序后的前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只股票，存入列表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获取所有因子排序结果的交集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数据存储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en-US" altLang="zh-CN"/>
              <a:t>03</a:t>
            </a:r>
            <a:endParaRPr lang="en-US" altLang="zh-CN"/>
          </a:p>
        </p:txBody>
      </p:sp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关键技术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11.3  </a:t>
            </a:r>
            <a:r>
              <a:rPr lang="zh-CN" altLang="en-US">
                <a:sym typeface="+mn-ea"/>
              </a:rPr>
              <a:t>关键技术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3570" y="1412875"/>
            <a:ext cx="6192520" cy="574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 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Pandas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的数据结构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——Series</a:t>
            </a: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7715" y="2204720"/>
            <a:ext cx="6104890" cy="2540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 eaLnBrk="1" latinLnBrk="0" hangingPunct="1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Series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是能保存不同数据类型的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一维数组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，由一组数据和与之相应的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index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组成。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index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的内容不一定是数字，也可以是字母、中文字符等。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3316" name="对象 2"/>
          <p:cNvGraphicFramePr>
            <a:graphicFrameLocks noChangeAspect="1"/>
          </p:cNvGraphicFramePr>
          <p:nvPr/>
        </p:nvGraphicFramePr>
        <p:xfrm>
          <a:off x="7969250" y="1915795"/>
          <a:ext cx="2731135" cy="3665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1423035" imgH="1906270" progId="Visio.Drawing.15">
                  <p:embed/>
                </p:oleObj>
              </mc:Choice>
              <mc:Fallback>
                <p:oleObj name="" r:id="rId2" imgW="1423035" imgH="1906270" progId="Visio.Drawing.15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69250" y="1915795"/>
                        <a:ext cx="2731135" cy="36658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11.3  </a:t>
            </a:r>
            <a:r>
              <a:rPr lang="zh-CN" altLang="en-US">
                <a:sym typeface="+mn-ea"/>
              </a:rPr>
              <a:t>关键技术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3570" y="1412875"/>
            <a:ext cx="6192520" cy="574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 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Pandas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的数据结构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——DataFrame</a:t>
            </a: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7715" y="2061210"/>
            <a:ext cx="8597900" cy="779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 eaLnBrk="1" latinLnBrk="0" hangingPunct="1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DataFrame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是二维的表格型数据结构，类似于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二维数组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4341" name="对象 5"/>
          <p:cNvGraphicFramePr>
            <a:graphicFrameLocks noChangeAspect="1"/>
          </p:cNvGraphicFramePr>
          <p:nvPr/>
        </p:nvGraphicFramePr>
        <p:xfrm>
          <a:off x="2940685" y="2959735"/>
          <a:ext cx="5017770" cy="3176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2833370" imgH="1802765" progId="Visio.Drawing.15">
                  <p:embed/>
                </p:oleObj>
              </mc:Choice>
              <mc:Fallback>
                <p:oleObj name="" r:id="rId2" imgW="2833370" imgH="1802765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40685" y="2959735"/>
                        <a:ext cx="5017770" cy="31762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11.3  </a:t>
            </a:r>
            <a:r>
              <a:rPr lang="zh-CN" altLang="en-US">
                <a:sym typeface="+mn-ea"/>
              </a:rPr>
              <a:t>关键技术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3570" y="1412875"/>
            <a:ext cx="3469640" cy="550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Pandas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对数据的操作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3705" y="1844675"/>
            <a:ext cx="8451850" cy="4439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 eaLnBrk="1" latinLnBrk="0" hangingPunct="1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df.columns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：获取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DataFrame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的列标签（列名）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df.sort_values(by, ascending)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：按指定列排序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df.iloc[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行索引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列索引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：通过整数位置选择行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/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df.drop(labels, axis)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：删除行或列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df.isnull()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：检测缺失值，返回布尔型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DataFrame</a:t>
            </a: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df.apply(func, axis)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：对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列或行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应用自定义函数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df.mean(axis)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计算列或行的平均值（自动忽略缺失值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df.fillna(value)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：填充缺失值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95960" y="450215"/>
            <a:ext cx="1114425" cy="5397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sym typeface="+mn-ea"/>
              </a:rPr>
              <a:t>小结</a:t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91995" y="2421255"/>
            <a:ext cx="7625715" cy="190055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50000"/>
              </a:lnSpc>
              <a:spcBef>
                <a:spcPct val="20000"/>
              </a:spcBef>
              <a:buClrTx/>
              <a:buSzTx/>
              <a:buNone/>
            </a:pPr>
            <a:r>
              <a:rPr lang="en-US" altLang="zh-CN" sz="2400" dirty="0">
                <a:latin typeface="+mn-lt"/>
                <a:ea typeface="+mn-ea"/>
              </a:rPr>
              <a:t>(1)</a:t>
            </a:r>
            <a:r>
              <a:rPr lang="zh-CN" altLang="en-US" sz="2400" dirty="0">
                <a:latin typeface="+mn-lt"/>
                <a:ea typeface="+mn-ea"/>
              </a:rPr>
              <a:t>了解</a:t>
            </a:r>
            <a:r>
              <a:rPr lang="en-US" altLang="zh-CN" sz="2400" dirty="0">
                <a:latin typeface="+mn-lt"/>
                <a:ea typeface="+mn-ea"/>
              </a:rPr>
              <a:t>Pandas</a:t>
            </a:r>
            <a:r>
              <a:rPr lang="zh-CN" altLang="en-US" sz="2400" dirty="0">
                <a:latin typeface="+mn-lt"/>
                <a:ea typeface="+mn-ea"/>
              </a:rPr>
              <a:t>库的基本功能</a:t>
            </a:r>
            <a:endParaRPr lang="zh-CN" altLang="en-US" sz="2400" dirty="0">
              <a:latin typeface="+mn-lt"/>
              <a:ea typeface="+mn-ea"/>
            </a:endParaRPr>
          </a:p>
          <a:p>
            <a:pPr algn="l">
              <a:lnSpc>
                <a:spcPct val="150000"/>
              </a:lnSpc>
              <a:spcBef>
                <a:spcPct val="20000"/>
              </a:spcBef>
              <a:buClrTx/>
              <a:buSzTx/>
              <a:buNone/>
            </a:pPr>
            <a:r>
              <a:rPr lang="en-US" altLang="zh-CN" sz="2400" dirty="0">
                <a:latin typeface="+mn-lt"/>
                <a:ea typeface="+mn-ea"/>
              </a:rPr>
              <a:t>(2)</a:t>
            </a:r>
            <a:r>
              <a:rPr lang="zh-CN" altLang="en-US" sz="2400" dirty="0">
                <a:latin typeface="+mn-lt"/>
                <a:ea typeface="+mn-ea"/>
              </a:rPr>
              <a:t>掌握</a:t>
            </a:r>
            <a:r>
              <a:rPr lang="en-US" altLang="zh-CN" sz="2400" dirty="0">
                <a:latin typeface="+mn-lt"/>
                <a:ea typeface="+mn-ea"/>
              </a:rPr>
              <a:t>Pandas</a:t>
            </a:r>
            <a:r>
              <a:rPr lang="zh-CN" altLang="en-US" sz="2400" dirty="0">
                <a:latin typeface="+mn-lt"/>
                <a:ea typeface="+mn-ea"/>
              </a:rPr>
              <a:t>的基本数据结构和操作方法</a:t>
            </a:r>
            <a:endParaRPr lang="zh-CN" altLang="en-US" sz="2400" dirty="0">
              <a:latin typeface="+mn-lt"/>
              <a:ea typeface="+mn-ea"/>
            </a:endParaRPr>
          </a:p>
          <a:p>
            <a:pPr algn="l">
              <a:lnSpc>
                <a:spcPct val="150000"/>
              </a:lnSpc>
              <a:spcBef>
                <a:spcPct val="20000"/>
              </a:spcBef>
              <a:buClrTx/>
              <a:buSzTx/>
              <a:buNone/>
            </a:pPr>
            <a:r>
              <a:rPr lang="en-US" altLang="zh-CN" sz="2400" dirty="0">
                <a:latin typeface="+mn-lt"/>
                <a:ea typeface="+mn-ea"/>
              </a:rPr>
              <a:t>(3)</a:t>
            </a:r>
            <a:r>
              <a:rPr lang="zh-CN" altLang="en-US" sz="2400" dirty="0">
                <a:latin typeface="+mn-lt"/>
                <a:ea typeface="+mn-ea"/>
              </a:rPr>
              <a:t>掌握基本的数据处理、分析方法</a:t>
            </a:r>
            <a:endParaRPr lang="zh-CN" altLang="en-US" sz="2400" dirty="0">
              <a:latin typeface="+mn-lt"/>
              <a:ea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2"/>
  <p:tag name="KSO_WM_UNIT_LAYERLEVEL" val="1"/>
  <p:tag name="KSO_WM_TAG_VERSION" val="1.0"/>
  <p:tag name="KSO_WM_UNIT_TYPE" val="i"/>
  <p:tag name="KSO_WM_UNIT_INDEX" val="32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3"/>
  <p:tag name="KSO_WM_UNIT_LAYERLEVEL" val="1"/>
  <p:tag name="KSO_WM_TAG_VERSION" val="1.0"/>
  <p:tag name="KSO_WM_UNIT_TYPE" val="i"/>
  <p:tag name="KSO_WM_UNIT_INDEX" val="33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4"/>
  <p:tag name="KSO_WM_UNIT_LAYERLEVEL" val="1"/>
  <p:tag name="KSO_WM_TAG_VERSION" val="1.0"/>
  <p:tag name="KSO_WM_UNIT_TYPE" val="i"/>
  <p:tag name="KSO_WM_UNIT_INDEX" val="34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5"/>
  <p:tag name="KSO_WM_UNIT_LAYERLEVEL" val="1"/>
  <p:tag name="KSO_WM_TAG_VERSION" val="1.0"/>
  <p:tag name="KSO_WM_UNIT_TYPE" val="i"/>
  <p:tag name="KSO_WM_UNIT_INDEX" val="35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6"/>
  <p:tag name="KSO_WM_UNIT_LAYERLEVEL" val="1"/>
  <p:tag name="KSO_WM_TAG_VERSION" val="1.0"/>
  <p:tag name="KSO_WM_UNIT_TYPE" val="i"/>
  <p:tag name="KSO_WM_UNIT_INDEX" val="36"/>
</p:tagLst>
</file>

<file path=ppt/tags/tag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7"/>
  <p:tag name="KSO_WM_UNIT_LAYERLEVEL" val="1"/>
  <p:tag name="KSO_WM_TAG_VERSION" val="1.0"/>
  <p:tag name="KSO_WM_UNIT_TYPE" val="i"/>
  <p:tag name="KSO_WM_UNIT_INDEX" val="37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8"/>
  <p:tag name="KSO_WM_UNIT_LAYERLEVEL" val="1"/>
  <p:tag name="KSO_WM_TAG_VERSION" val="1.0"/>
  <p:tag name="KSO_WM_UNIT_TYPE" val="i"/>
  <p:tag name="KSO_WM_UNIT_INDEX" val="38"/>
</p:tagLst>
</file>

<file path=ppt/tags/tag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9"/>
  <p:tag name="KSO_WM_UNIT_LAYERLEVEL" val="1"/>
  <p:tag name="KSO_WM_TAG_VERSION" val="1.0"/>
  <p:tag name="KSO_WM_UNIT_TYPE" val="i"/>
  <p:tag name="KSO_WM_UNIT_INDEX" val="39"/>
</p:tagLst>
</file>

<file path=ppt/tags/tag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0"/>
  <p:tag name="KSO_WM_UNIT_LAYERLEVEL" val="1"/>
  <p:tag name="KSO_WM_TAG_VERSION" val="1.0"/>
  <p:tag name="KSO_WM_UNIT_TYPE" val="i"/>
  <p:tag name="KSO_WM_UNIT_INDEX" val="40"/>
</p:tagLst>
</file>

<file path=ppt/tags/tag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1"/>
  <p:tag name="KSO_WM_UNIT_LAYERLEVEL" val="1"/>
  <p:tag name="KSO_WM_TAG_VERSION" val="1.0"/>
  <p:tag name="KSO_WM_UNIT_TYPE" val="i"/>
  <p:tag name="KSO_WM_UNIT_INDEX" val="41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2"/>
  <p:tag name="KSO_WM_UNIT_LAYERLEVEL" val="1"/>
  <p:tag name="KSO_WM_TAG_VERSION" val="1.0"/>
  <p:tag name="KSO_WM_UNIT_TYPE" val="i"/>
  <p:tag name="KSO_WM_UNIT_INDEX" val="42"/>
</p:tagLst>
</file>

<file path=ppt/tags/tag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3"/>
  <p:tag name="KSO_WM_UNIT_LAYERLEVEL" val="1"/>
  <p:tag name="KSO_WM_TAG_VERSION" val="1.0"/>
  <p:tag name="KSO_WM_UNIT_TYPE" val="i"/>
  <p:tag name="KSO_WM_UNIT_INDEX" val="43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4"/>
  <p:tag name="KSO_WM_UNIT_LAYERLEVEL" val="1"/>
  <p:tag name="KSO_WM_TAG_VERSION" val="1.0"/>
  <p:tag name="KSO_WM_UNIT_TYPE" val="i"/>
  <p:tag name="KSO_WM_UNIT_INDEX" val="44"/>
</p:tagLst>
</file>

<file path=ppt/tags/tag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5"/>
  <p:tag name="KSO_WM_UNIT_LAYERLEVEL" val="1"/>
  <p:tag name="KSO_WM_TAG_VERSION" val="1.0"/>
  <p:tag name="KSO_WM_UNIT_TYPE" val="i"/>
  <p:tag name="KSO_WM_UNIT_INDEX" val="45"/>
</p:tagLst>
</file>

<file path=ppt/tags/tag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6"/>
  <p:tag name="KSO_WM_UNIT_LAYERLEVEL" val="1"/>
  <p:tag name="KSO_WM_TAG_VERSION" val="1.0"/>
  <p:tag name="KSO_WM_UNIT_TYPE" val="i"/>
  <p:tag name="KSO_WM_UNIT_INDEX" val="46"/>
</p:tagLst>
</file>

<file path=ppt/tags/tag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7"/>
  <p:tag name="KSO_WM_UNIT_LAYERLEVEL" val="1"/>
  <p:tag name="KSO_WM_TAG_VERSION" val="1.0"/>
  <p:tag name="KSO_WM_UNIT_TYPE" val="i"/>
  <p:tag name="KSO_WM_UNIT_INDEX" val="47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8"/>
  <p:tag name="KSO_WM_UNIT_LAYERLEVEL" val="1"/>
  <p:tag name="KSO_WM_TAG_VERSION" val="1.0"/>
  <p:tag name="KSO_WM_UNIT_TYPE" val="i"/>
  <p:tag name="KSO_WM_UNIT_INDEX" val="48"/>
</p:tagLst>
</file>

<file path=ppt/tags/tag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9"/>
  <p:tag name="KSO_WM_UNIT_LAYERLEVEL" val="1"/>
  <p:tag name="KSO_WM_TAG_VERSION" val="1.0"/>
  <p:tag name="KSO_WM_UNIT_TYPE" val="i"/>
  <p:tag name="KSO_WM_UNIT_INDEX" val="49"/>
</p:tagLst>
</file>

<file path=ppt/tags/tag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0"/>
  <p:tag name="KSO_WM_UNIT_LAYERLEVEL" val="1"/>
  <p:tag name="KSO_WM_TAG_VERSION" val="1.0"/>
  <p:tag name="KSO_WM_UNIT_TYPE" val="i"/>
  <p:tag name="KSO_WM_UNIT_INDEX" val="50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1"/>
  <p:tag name="KSO_WM_UNIT_LAYERLEVEL" val="1"/>
  <p:tag name="KSO_WM_TAG_VERSION" val="1.0"/>
  <p:tag name="KSO_WM_UNIT_TYPE" val="i"/>
  <p:tag name="KSO_WM_UNIT_INDEX" val="51"/>
</p:tagLst>
</file>

<file path=ppt/tags/tag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2"/>
  <p:tag name="KSO_WM_UNIT_LAYERLEVEL" val="1"/>
  <p:tag name="KSO_WM_TAG_VERSION" val="1.0"/>
  <p:tag name="KSO_WM_UNIT_TYPE" val="i"/>
  <p:tag name="KSO_WM_UNIT_INDEX" val="52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3"/>
  <p:tag name="KSO_WM_UNIT_LAYERLEVEL" val="1"/>
  <p:tag name="KSO_WM_TAG_VERSION" val="1.0"/>
  <p:tag name="KSO_WM_UNIT_TYPE" val="i"/>
  <p:tag name="KSO_WM_UNIT_INDEX" val="53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4"/>
  <p:tag name="KSO_WM_UNIT_LAYERLEVEL" val="1"/>
  <p:tag name="KSO_WM_TAG_VERSION" val="1.0"/>
  <p:tag name="KSO_WM_UNIT_TYPE" val="i"/>
  <p:tag name="KSO_WM_UNIT_INDEX" val="54"/>
</p:tagLst>
</file>

<file path=ppt/tags/tag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5"/>
  <p:tag name="KSO_WM_UNIT_LAYERLEVEL" val="1"/>
  <p:tag name="KSO_WM_TAG_VERSION" val="1.0"/>
  <p:tag name="KSO_WM_UNIT_TYPE" val="i"/>
  <p:tag name="KSO_WM_UNIT_INDEX" val="55"/>
</p:tagLst>
</file>

<file path=ppt/tags/tag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6"/>
  <p:tag name="KSO_WM_UNIT_LAYERLEVEL" val="1"/>
  <p:tag name="KSO_WM_TAG_VERSION" val="1.0"/>
  <p:tag name="KSO_WM_UNIT_TYPE" val="i"/>
  <p:tag name="KSO_WM_UNIT_INDEX" val="56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1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1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996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996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5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96"/>
  <p:tag name="KSO_WM_TEMPLATE_THUMBS_INDEX" val="1、9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a*1"/>
  <p:tag name="KSO_WM_TEMPLATE_CATEGORY" val="custom"/>
  <p:tag name="KSO_WM_TEMPLATE_INDEX" val="20230996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996_4*l_h_i*1_1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0996_4*l_h_a*1_1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1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2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3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996_4*l_h_i*1_2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0996_4*l_h_a*1_2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996_4*l_h_i*1_3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0996_4*l_h_a*1_3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</p:tagLst>
</file>

<file path=ppt/tags/tag169.xml><?xml version="1.0" encoding="utf-8"?>
<p:tagLst xmlns:p="http://schemas.openxmlformats.org/presentationml/2006/main">
  <p:tag name="KSO_WM_SLIDE_ID" val="custom20230996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30996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7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0996_7*e*1"/>
  <p:tag name="KSO_WM_TEMPLATE_CATEGORY" val="custom"/>
  <p:tag name="KSO_WM_TEMPLATE_INDEX" val="20230996"/>
  <p:tag name="KSO_WM_UNIT_LAYERLEVEL" val="1"/>
  <p:tag name="KSO_WM_TAG_VERSION" val="1.0"/>
  <p:tag name="KSO_WM_BEAUTIFY_FLAG" val="#wm#"/>
  <p:tag name="KSO_WM_UNIT_NOCLEAR" val="0"/>
  <p:tag name="KSO_WM_UNIT_VALUE" val="13"/>
  <p:tag name="KSO_WM_UNIT_TYPE" val="e"/>
  <p:tag name="KSO_WM_UNIT_INDEX" val="1"/>
</p:tagLst>
</file>

<file path=ppt/tags/tag171.xml><?xml version="1.0" encoding="utf-8"?>
<p:tagLst xmlns:p="http://schemas.openxmlformats.org/presentationml/2006/main">
  <p:tag name="KSO_WM_SLIDE_ID" val="custom202309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30996"/>
  <p:tag name="KSO_WM_SLIDE_TYPE" val="sectionTitle"/>
  <p:tag name="KSO_WM_SLIDE_SUBTYPE" val="pureTxt"/>
  <p:tag name="KSO_WM_SLIDE_LAYOUT" val="a_e"/>
  <p:tag name="KSO_WM_SLIDE_LAYOUT_CNT" val="1_1"/>
</p:tagLst>
</file>

<file path=ppt/tags/tag172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73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74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75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76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77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179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0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8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2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184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5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86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7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88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9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9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9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192.xml><?xml version="1.0" encoding="utf-8"?>
<p:tagLst xmlns:p="http://schemas.openxmlformats.org/presentationml/2006/main">
  <p:tag name="resource_record_key" val="{&quot;65&quot;:[20230996],&quot;71&quot;:[76235679603]}"/>
</p:tagLst>
</file>

<file path=ppt/theme/theme1.xml><?xml version="1.0" encoding="utf-8"?>
<a:theme xmlns:a="http://schemas.openxmlformats.org/drawingml/2006/main" name="1_Office 主题​​">
  <a:themeElements>
    <a:clrScheme name="自定义 1">
      <a:dk1>
        <a:srgbClr val="000000"/>
      </a:dk1>
      <a:lt1>
        <a:srgbClr val="FFFFFF"/>
      </a:lt1>
      <a:dk2>
        <a:srgbClr val="001548"/>
      </a:dk2>
      <a:lt2>
        <a:srgbClr val="FFFFFF"/>
      </a:lt2>
      <a:accent1>
        <a:srgbClr val="376FFF"/>
      </a:accent1>
      <a:accent2>
        <a:srgbClr val="FF7429"/>
      </a:accent2>
      <a:accent3>
        <a:srgbClr val="8830FE"/>
      </a:accent3>
      <a:accent4>
        <a:srgbClr val="17D594"/>
      </a:accent4>
      <a:accent5>
        <a:srgbClr val="F84949"/>
      </a:accent5>
      <a:accent6>
        <a:srgbClr val="FFC000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1302</Words>
  <Application>WPS 演示</Application>
  <PresentationFormat>全屏显示(4:3)</PresentationFormat>
  <Paragraphs>102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华文楷体</vt:lpstr>
      <vt:lpstr>Arial Unicode MS</vt:lpstr>
      <vt:lpstr>Calibri</vt:lpstr>
      <vt:lpstr>1_Office 主题​​</vt:lpstr>
      <vt:lpstr>Visio.Drawing.15</vt:lpstr>
      <vt:lpstr>Visio.Drawing.15</vt:lpstr>
      <vt:lpstr>实验11 多因子量化选股案例</vt:lpstr>
      <vt:lpstr>目录</vt:lpstr>
      <vt:lpstr>程序功能介绍</vt:lpstr>
      <vt:lpstr>11.1  程序功能介绍</vt:lpstr>
      <vt:lpstr>11.1  程序功能介绍</vt:lpstr>
      <vt:lpstr>11.1  程序功能介绍</vt:lpstr>
      <vt:lpstr>程序设计的思路</vt:lpstr>
      <vt:lpstr>11.2  程序设计的思路</vt:lpstr>
      <vt:lpstr>11.2  程序设计的思路</vt:lpstr>
      <vt:lpstr>关键技术</vt:lpstr>
      <vt:lpstr>11.3  关键技术</vt:lpstr>
      <vt:lpstr>11.3  关键技术</vt:lpstr>
      <vt:lpstr>11.3  关键技术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bj</dc:creator>
  <cp:lastModifiedBy>Cm</cp:lastModifiedBy>
  <cp:revision>167</cp:revision>
  <dcterms:created xsi:type="dcterms:W3CDTF">2013-10-30T09:04:00Z</dcterms:created>
  <dcterms:modified xsi:type="dcterms:W3CDTF">2026-05-28T03:59:17Z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2052-12.1.0.26373</vt:lpwstr>
  </property>
  <property fmtid="{D5CDD505-2E9C-101B-9397-08002B2CF9AE}" pid="3" name="ICV">
    <vt:lpwstr>E4CD86ADF8674540A865A34C8375EB2E_12</vt:lpwstr>
  </property>
</Properties>
</file>