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02" r:id="rId3"/>
    <p:sldId id="313" r:id="rId4"/>
    <p:sldId id="312" r:id="rId5"/>
    <p:sldId id="297" r:id="rId6"/>
    <p:sldId id="314" r:id="rId7"/>
    <p:sldId id="299" r:id="rId8"/>
    <p:sldId id="315" r:id="rId9"/>
    <p:sldId id="333" r:id="rId10"/>
    <p:sldId id="336" r:id="rId12"/>
    <p:sldId id="330" r:id="rId13"/>
    <p:sldId id="329" r:id="rId14"/>
    <p:sldId id="337" r:id="rId15"/>
    <p:sldId id="316" r:id="rId16"/>
    <p:sldId id="309" r:id="rId17"/>
    <p:sldId id="334" r:id="rId18"/>
    <p:sldId id="303" r:id="rId19"/>
  </p:sldIdLst>
  <p:sldSz cx="12192000" cy="6858000"/>
  <p:notesSz cx="6858000" cy="9144000"/>
  <p:custDataLst>
    <p:tags r:id="rId2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AA600"/>
    <a:srgbClr val="EA71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howGuides="1">
      <p:cViewPr>
        <p:scale>
          <a:sx n="76" d="100"/>
          <a:sy n="76" d="100"/>
        </p:scale>
        <p:origin x="-1642" y="-211"/>
      </p:cViewPr>
      <p:guideLst>
        <p:guide orient="horz" pos="2092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198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93FA1B7-4C6B-4352-A17E-FE80227FC5FF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CCF9C2E-43E5-4003-B63D-0CA4BE30A0DF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学习爬虫开发时，要自觉遵守《网络安全法》《数据安全法》等法律法规，合理设置访问间隔，拒绝暴力爬取、高频攻击服务器等行为。严禁私自抓取个人隐私、版权内容、商业机密和涉密信息，坚决抵制利用爬虫从事黑灰产、恶意竞争、违规牟利等违法行为。要树立技术向善的理念，牢记能力越大责任越大，规范使用网络技术，坚守网络安全底线与职业操守，用专业技术合法合规采集数据、服务科研与社会发展，自觉维护健康文明的网络空间秩序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方法</a:t>
            </a:r>
            <a:r>
              <a:rPr lang="en-US" altLang="zh-CN"/>
              <a:t>	                     </a:t>
            </a:r>
            <a:r>
              <a:rPr lang="zh-CN" altLang="en-US"/>
              <a:t>返回类型</a:t>
            </a:r>
            <a:r>
              <a:rPr lang="en-US" altLang="zh-CN"/>
              <a:t>	                 </a:t>
            </a:r>
            <a:r>
              <a:rPr lang="zh-CN" altLang="en-US"/>
              <a:t>编码处理</a:t>
            </a:r>
            <a:r>
              <a:rPr lang="en-US" altLang="zh-CN"/>
              <a:t>	                    </a:t>
            </a:r>
            <a:r>
              <a:rPr lang="zh-CN" altLang="en-US"/>
              <a:t>适用场景</a:t>
            </a:r>
            <a:endParaRPr lang="zh-CN" altLang="en-US"/>
          </a:p>
          <a:p>
            <a:r>
              <a:rPr lang="en-US" altLang="zh-CN"/>
              <a:t>response.text	                         str	   </a:t>
            </a:r>
            <a:r>
              <a:rPr lang="zh-CN" altLang="en-US"/>
              <a:t>自动根据响应头或猜测编码解码</a:t>
            </a:r>
            <a:r>
              <a:rPr lang="en-US" altLang="zh-CN"/>
              <a:t>	                 </a:t>
            </a:r>
            <a:r>
              <a:rPr lang="zh-CN" altLang="en-US"/>
              <a:t>通用文本处理</a:t>
            </a:r>
            <a:endParaRPr lang="zh-CN" altLang="en-US"/>
          </a:p>
          <a:p>
            <a:r>
              <a:rPr lang="en-US" altLang="zh-CN"/>
              <a:t>response.content.decode()         str	          </a:t>
            </a:r>
            <a:r>
              <a:rPr lang="zh-CN" altLang="en-US"/>
              <a:t>需手动指定编码</a:t>
            </a:r>
            <a:r>
              <a:rPr lang="en-US" altLang="zh-CN"/>
              <a:t>	            </a:t>
            </a:r>
            <a:r>
              <a:rPr lang="zh-CN" altLang="en-US"/>
              <a:t>需精确控制编码的场景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例：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soup.</a:t>
            </a:r>
            <a:r>
              <a:rPr lang="en-US" altLang="zh-CN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find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('script', id='image-search-data')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：用于搜索文档树，返回</a:t>
            </a:r>
            <a:r>
              <a:rPr lang="en-US" altLang="zh-CN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Tag</a:t>
            </a:r>
            <a:r>
              <a:rPr lang="zh-CN" altLang="en-US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对象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'script'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表示搜索所有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&lt;script&gt;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标签，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id='image-search-data'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表示搜索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'image-search-data'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&lt;script&gt;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标签。</a:t>
            </a:r>
            <a:endParaRPr lang="en-US" altLang="zh-CN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1" Type="http://schemas.openxmlformats.org/officeDocument/2006/relationships/image" Target="../media/image3.png"/><Relationship Id="rId60" Type="http://schemas.openxmlformats.org/officeDocument/2006/relationships/tags" Target="../tags/tag57.xml"/><Relationship Id="rId6" Type="http://schemas.openxmlformats.org/officeDocument/2006/relationships/tags" Target="../tags/tag3.xml"/><Relationship Id="rId59" Type="http://schemas.openxmlformats.org/officeDocument/2006/relationships/tags" Target="../tags/tag56.xml"/><Relationship Id="rId58" Type="http://schemas.openxmlformats.org/officeDocument/2006/relationships/tags" Target="../tags/tag55.xml"/><Relationship Id="rId57" Type="http://schemas.openxmlformats.org/officeDocument/2006/relationships/tags" Target="../tags/tag54.xml"/><Relationship Id="rId56" Type="http://schemas.openxmlformats.org/officeDocument/2006/relationships/tags" Target="../tags/tag53.xml"/><Relationship Id="rId55" Type="http://schemas.openxmlformats.org/officeDocument/2006/relationships/tags" Target="../tags/tag52.xml"/><Relationship Id="rId54" Type="http://schemas.openxmlformats.org/officeDocument/2006/relationships/tags" Target="../tags/tag51.xml"/><Relationship Id="rId53" Type="http://schemas.openxmlformats.org/officeDocument/2006/relationships/tags" Target="../tags/tag50.xml"/><Relationship Id="rId52" Type="http://schemas.openxmlformats.org/officeDocument/2006/relationships/tags" Target="../tags/tag49.xml"/><Relationship Id="rId51" Type="http://schemas.openxmlformats.org/officeDocument/2006/relationships/tags" Target="../tags/tag48.xml"/><Relationship Id="rId50" Type="http://schemas.openxmlformats.org/officeDocument/2006/relationships/tags" Target="../tags/tag47.xml"/><Relationship Id="rId5" Type="http://schemas.openxmlformats.org/officeDocument/2006/relationships/tags" Target="../tags/tag2.xml"/><Relationship Id="rId49" Type="http://schemas.openxmlformats.org/officeDocument/2006/relationships/tags" Target="../tags/tag46.xml"/><Relationship Id="rId48" Type="http://schemas.openxmlformats.org/officeDocument/2006/relationships/tags" Target="../tags/tag45.xml"/><Relationship Id="rId47" Type="http://schemas.openxmlformats.org/officeDocument/2006/relationships/tags" Target="../tags/tag44.xml"/><Relationship Id="rId46" Type="http://schemas.openxmlformats.org/officeDocument/2006/relationships/tags" Target="../tags/tag43.xml"/><Relationship Id="rId45" Type="http://schemas.openxmlformats.org/officeDocument/2006/relationships/tags" Target="../tags/tag42.xml"/><Relationship Id="rId44" Type="http://schemas.openxmlformats.org/officeDocument/2006/relationships/tags" Target="../tags/tag41.xml"/><Relationship Id="rId43" Type="http://schemas.openxmlformats.org/officeDocument/2006/relationships/tags" Target="../tags/tag40.xml"/><Relationship Id="rId42" Type="http://schemas.openxmlformats.org/officeDocument/2006/relationships/tags" Target="../tags/tag39.xml"/><Relationship Id="rId41" Type="http://schemas.openxmlformats.org/officeDocument/2006/relationships/tags" Target="../tags/tag38.xml"/><Relationship Id="rId40" Type="http://schemas.openxmlformats.org/officeDocument/2006/relationships/tags" Target="../tags/tag37.xml"/><Relationship Id="rId4" Type="http://schemas.openxmlformats.org/officeDocument/2006/relationships/image" Target="../media/image2.svg"/><Relationship Id="rId39" Type="http://schemas.openxmlformats.org/officeDocument/2006/relationships/tags" Target="../tags/tag36.xml"/><Relationship Id="rId38" Type="http://schemas.openxmlformats.org/officeDocument/2006/relationships/tags" Target="../tags/tag35.xml"/><Relationship Id="rId37" Type="http://schemas.openxmlformats.org/officeDocument/2006/relationships/tags" Target="../tags/tag34.xml"/><Relationship Id="rId36" Type="http://schemas.openxmlformats.org/officeDocument/2006/relationships/tags" Target="../tags/tag33.xml"/><Relationship Id="rId35" Type="http://schemas.openxmlformats.org/officeDocument/2006/relationships/tags" Target="../tags/tag32.xml"/><Relationship Id="rId34" Type="http://schemas.openxmlformats.org/officeDocument/2006/relationships/tags" Target="../tags/tag31.xml"/><Relationship Id="rId33" Type="http://schemas.openxmlformats.org/officeDocument/2006/relationships/tags" Target="../tags/tag30.xml"/><Relationship Id="rId32" Type="http://schemas.openxmlformats.org/officeDocument/2006/relationships/tags" Target="../tags/tag29.xml"/><Relationship Id="rId31" Type="http://schemas.openxmlformats.org/officeDocument/2006/relationships/tags" Target="../tags/tag28.xml"/><Relationship Id="rId30" Type="http://schemas.openxmlformats.org/officeDocument/2006/relationships/tags" Target="../tags/tag27.xml"/><Relationship Id="rId3" Type="http://schemas.openxmlformats.org/officeDocument/2006/relationships/image" Target="../media/image1.png"/><Relationship Id="rId29" Type="http://schemas.openxmlformats.org/officeDocument/2006/relationships/tags" Target="../tags/tag26.xml"/><Relationship Id="rId28" Type="http://schemas.openxmlformats.org/officeDocument/2006/relationships/tags" Target="../tags/tag25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1" Type="http://schemas.openxmlformats.org/officeDocument/2006/relationships/image" Target="../media/image3.png"/><Relationship Id="rId30" Type="http://schemas.openxmlformats.org/officeDocument/2006/relationships/tags" Target="../tags/tag88.xml"/><Relationship Id="rId3" Type="http://schemas.openxmlformats.org/officeDocument/2006/relationships/tags" Target="../tags/tag61.xml"/><Relationship Id="rId29" Type="http://schemas.openxmlformats.org/officeDocument/2006/relationships/tags" Target="../tags/tag87.xml"/><Relationship Id="rId28" Type="http://schemas.openxmlformats.org/officeDocument/2006/relationships/tags" Target="../tags/tag86.xml"/><Relationship Id="rId27" Type="http://schemas.openxmlformats.org/officeDocument/2006/relationships/tags" Target="../tags/tag85.xml"/><Relationship Id="rId26" Type="http://schemas.openxmlformats.org/officeDocument/2006/relationships/tags" Target="../tags/tag84.xml"/><Relationship Id="rId25" Type="http://schemas.openxmlformats.org/officeDocument/2006/relationships/tags" Target="../tags/tag83.xml"/><Relationship Id="rId24" Type="http://schemas.openxmlformats.org/officeDocument/2006/relationships/tags" Target="../tags/tag82.xml"/><Relationship Id="rId23" Type="http://schemas.openxmlformats.org/officeDocument/2006/relationships/tags" Target="../tags/tag81.xml"/><Relationship Id="rId22" Type="http://schemas.openxmlformats.org/officeDocument/2006/relationships/tags" Target="../tags/tag80.xml"/><Relationship Id="rId21" Type="http://schemas.openxmlformats.org/officeDocument/2006/relationships/tags" Target="../tags/tag79.xml"/><Relationship Id="rId20" Type="http://schemas.openxmlformats.org/officeDocument/2006/relationships/tags" Target="../tags/tag78.xml"/><Relationship Id="rId2" Type="http://schemas.openxmlformats.org/officeDocument/2006/relationships/tags" Target="../tags/tag60.xml"/><Relationship Id="rId19" Type="http://schemas.openxmlformats.org/officeDocument/2006/relationships/tags" Target="../tags/tag77.xml"/><Relationship Id="rId18" Type="http://schemas.openxmlformats.org/officeDocument/2006/relationships/tags" Target="../tags/tag76.xml"/><Relationship Id="rId17" Type="http://schemas.openxmlformats.org/officeDocument/2006/relationships/tags" Target="../tags/tag75.xml"/><Relationship Id="rId16" Type="http://schemas.openxmlformats.org/officeDocument/2006/relationships/tags" Target="../tags/tag74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5" Type="http://schemas.openxmlformats.org/officeDocument/2006/relationships/image" Target="../media/image3.png"/><Relationship Id="rId34" Type="http://schemas.openxmlformats.org/officeDocument/2006/relationships/image" Target="../media/image5.svg"/><Relationship Id="rId33" Type="http://schemas.openxmlformats.org/officeDocument/2006/relationships/image" Target="../media/image4.png"/><Relationship Id="rId32" Type="http://schemas.openxmlformats.org/officeDocument/2006/relationships/tags" Target="../tags/tag119.xml"/><Relationship Id="rId31" Type="http://schemas.openxmlformats.org/officeDocument/2006/relationships/tags" Target="../tags/tag118.xml"/><Relationship Id="rId30" Type="http://schemas.openxmlformats.org/officeDocument/2006/relationships/tags" Target="../tags/tag117.xml"/><Relationship Id="rId3" Type="http://schemas.openxmlformats.org/officeDocument/2006/relationships/tags" Target="../tags/tag90.xml"/><Relationship Id="rId29" Type="http://schemas.openxmlformats.org/officeDocument/2006/relationships/tags" Target="../tags/tag116.xml"/><Relationship Id="rId28" Type="http://schemas.openxmlformats.org/officeDocument/2006/relationships/tags" Target="../tags/tag115.xml"/><Relationship Id="rId27" Type="http://schemas.openxmlformats.org/officeDocument/2006/relationships/tags" Target="../tags/tag114.xml"/><Relationship Id="rId26" Type="http://schemas.openxmlformats.org/officeDocument/2006/relationships/tags" Target="../tags/tag113.xml"/><Relationship Id="rId25" Type="http://schemas.openxmlformats.org/officeDocument/2006/relationships/tags" Target="../tags/tag112.xml"/><Relationship Id="rId24" Type="http://schemas.openxmlformats.org/officeDocument/2006/relationships/tags" Target="../tags/tag111.xml"/><Relationship Id="rId23" Type="http://schemas.openxmlformats.org/officeDocument/2006/relationships/tags" Target="../tags/tag110.xml"/><Relationship Id="rId22" Type="http://schemas.openxmlformats.org/officeDocument/2006/relationships/tags" Target="../tags/tag109.xml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tags" Target="../tags/tag89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tags" Target="../tags/tag120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2" Type="http://schemas.openxmlformats.org/officeDocument/2006/relationships/image" Target="../media/image3.png"/><Relationship Id="rId31" Type="http://schemas.openxmlformats.org/officeDocument/2006/relationships/tags" Target="../tags/tag150.xml"/><Relationship Id="rId30" Type="http://schemas.openxmlformats.org/officeDocument/2006/relationships/tags" Target="../tags/tag149.xml"/><Relationship Id="rId3" Type="http://schemas.openxmlformats.org/officeDocument/2006/relationships/tags" Target="../tags/tag122.xml"/><Relationship Id="rId29" Type="http://schemas.openxmlformats.org/officeDocument/2006/relationships/tags" Target="../tags/tag148.xml"/><Relationship Id="rId28" Type="http://schemas.openxmlformats.org/officeDocument/2006/relationships/tags" Target="../tags/tag147.xml"/><Relationship Id="rId27" Type="http://schemas.openxmlformats.org/officeDocument/2006/relationships/tags" Target="../tags/tag146.xml"/><Relationship Id="rId26" Type="http://schemas.openxmlformats.org/officeDocument/2006/relationships/tags" Target="../tags/tag145.xml"/><Relationship Id="rId25" Type="http://schemas.openxmlformats.org/officeDocument/2006/relationships/tags" Target="../tags/tag144.xml"/><Relationship Id="rId24" Type="http://schemas.openxmlformats.org/officeDocument/2006/relationships/tags" Target="../tags/tag143.xml"/><Relationship Id="rId23" Type="http://schemas.openxmlformats.org/officeDocument/2006/relationships/tags" Target="../tags/tag142.xml"/><Relationship Id="rId22" Type="http://schemas.openxmlformats.org/officeDocument/2006/relationships/tags" Target="../tags/tag141.xml"/><Relationship Id="rId21" Type="http://schemas.openxmlformats.org/officeDocument/2006/relationships/tags" Target="../tags/tag140.xml"/><Relationship Id="rId20" Type="http://schemas.openxmlformats.org/officeDocument/2006/relationships/tags" Target="../tags/tag139.xml"/><Relationship Id="rId2" Type="http://schemas.openxmlformats.org/officeDocument/2006/relationships/tags" Target="../tags/tag121.xml"/><Relationship Id="rId19" Type="http://schemas.openxmlformats.org/officeDocument/2006/relationships/tags" Target="../tags/tag138.xml"/><Relationship Id="rId18" Type="http://schemas.openxmlformats.org/officeDocument/2006/relationships/tags" Target="../tags/tag137.xml"/><Relationship Id="rId17" Type="http://schemas.openxmlformats.org/officeDocument/2006/relationships/tags" Target="../tags/tag136.xml"/><Relationship Id="rId16" Type="http://schemas.openxmlformats.org/officeDocument/2006/relationships/tags" Target="../tags/tag135.xml"/><Relationship Id="rId15" Type="http://schemas.openxmlformats.org/officeDocument/2006/relationships/tags" Target="../tags/tag134.xml"/><Relationship Id="rId14" Type="http://schemas.openxmlformats.org/officeDocument/2006/relationships/tags" Target="../tags/tag133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VCG41N126607681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764" y="0"/>
            <a:ext cx="1888015" cy="3047113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>
            <p:custDataLst>
              <p:tags r:id="rId5"/>
            </p:custDataLst>
          </p:nvPr>
        </p:nvCxnSpPr>
        <p:spPr>
          <a:xfrm>
            <a:off x="558800" y="6527800"/>
            <a:ext cx="95631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>
          <a:xfrm>
            <a:off x="9924415" y="5018405"/>
            <a:ext cx="1886585" cy="1842135"/>
          </a:xfrm>
          <a:custGeom>
            <a:avLst/>
            <a:gdLst>
              <a:gd name="connsiteX0" fmla="*/ 1924435 w 1924435"/>
              <a:gd name="connsiteY0" fmla="*/ 1924435 h 1924435"/>
              <a:gd name="connsiteX1" fmla="*/ 0 w 1924435"/>
              <a:gd name="connsiteY1" fmla="*/ 1924435 h 1924435"/>
              <a:gd name="connsiteX2" fmla="*/ 0 w 1924435"/>
              <a:gd name="connsiteY2" fmla="*/ 962218 h 1924435"/>
              <a:gd name="connsiteX3" fmla="*/ 962218 w 1924435"/>
              <a:gd name="connsiteY3" fmla="*/ 0 h 1924435"/>
              <a:gd name="connsiteX4" fmla="*/ 962218 w 1924435"/>
              <a:gd name="connsiteY4" fmla="*/ 0 h 1924435"/>
              <a:gd name="connsiteX5" fmla="*/ 1924435 w 1924435"/>
              <a:gd name="connsiteY5" fmla="*/ 962218 h 1924435"/>
              <a:gd name="connsiteX6" fmla="*/ 1924435 w 1924435"/>
              <a:gd name="connsiteY6" fmla="*/ 1924435 h 192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4435" h="1924435">
                <a:moveTo>
                  <a:pt x="1924435" y="1924435"/>
                </a:moveTo>
                <a:lnTo>
                  <a:pt x="0" y="1924435"/>
                </a:lnTo>
                <a:lnTo>
                  <a:pt x="0" y="962218"/>
                </a:lnTo>
                <a:cubicBezTo>
                  <a:pt x="0" y="430944"/>
                  <a:pt x="430944" y="0"/>
                  <a:pt x="962218" y="0"/>
                </a:cubicBezTo>
                <a:lnTo>
                  <a:pt x="962218" y="0"/>
                </a:lnTo>
                <a:cubicBezTo>
                  <a:pt x="1493491" y="0"/>
                  <a:pt x="1924435" y="430944"/>
                  <a:pt x="1924435" y="962218"/>
                </a:cubicBezTo>
                <a:lnTo>
                  <a:pt x="1924435" y="192443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2" name="任意多边形: 形状 11"/>
          <p:cNvSpPr/>
          <p:nvPr userDrawn="1">
            <p:custDataLst>
              <p:tags r:id="rId7"/>
            </p:custDataLst>
          </p:nvPr>
        </p:nvSpPr>
        <p:spPr>
          <a:xfrm>
            <a:off x="0" y="5696299"/>
            <a:ext cx="1161701" cy="1161701"/>
          </a:xfrm>
          <a:custGeom>
            <a:avLst/>
            <a:gdLst>
              <a:gd name="connsiteX0" fmla="*/ 1161702 w 1161701"/>
              <a:gd name="connsiteY0" fmla="*/ 1161702 h 1161701"/>
              <a:gd name="connsiteX1" fmla="*/ 0 w 1161701"/>
              <a:gd name="connsiteY1" fmla="*/ 1161702 h 1161701"/>
              <a:gd name="connsiteX2" fmla="*/ 0 w 1161701"/>
              <a:gd name="connsiteY2" fmla="*/ 0 h 1161701"/>
              <a:gd name="connsiteX3" fmla="*/ 0 w 1161701"/>
              <a:gd name="connsiteY3" fmla="*/ 0 h 1161701"/>
              <a:gd name="connsiteX4" fmla="*/ 1161702 w 1161701"/>
              <a:gd name="connsiteY4" fmla="*/ 1161702 h 1161701"/>
              <a:gd name="connsiteX5" fmla="*/ 1161702 w 1161701"/>
              <a:gd name="connsiteY5" fmla="*/ 1161702 h 116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1701" h="1161701">
                <a:moveTo>
                  <a:pt x="1161702" y="1161702"/>
                </a:moveTo>
                <a:lnTo>
                  <a:pt x="0" y="1161702"/>
                </a:lnTo>
                <a:lnTo>
                  <a:pt x="0" y="0"/>
                </a:lnTo>
                <a:lnTo>
                  <a:pt x="0" y="0"/>
                </a:lnTo>
                <a:cubicBezTo>
                  <a:pt x="641576" y="0"/>
                  <a:pt x="1161702" y="520126"/>
                  <a:pt x="1161702" y="1161702"/>
                </a:cubicBezTo>
                <a:lnTo>
                  <a:pt x="1161702" y="1161702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3" name="任意多边形: 形状 12"/>
          <p:cNvSpPr/>
          <p:nvPr userDrawn="1">
            <p:custDataLst>
              <p:tags r:id="rId8"/>
            </p:custDataLst>
          </p:nvPr>
        </p:nvSpPr>
        <p:spPr>
          <a:xfrm>
            <a:off x="866775" y="4784090"/>
            <a:ext cx="1515745" cy="671830"/>
          </a:xfrm>
          <a:custGeom>
            <a:avLst/>
            <a:gdLst>
              <a:gd name="connsiteX0" fmla="*/ 938749 w 1877497"/>
              <a:gd name="connsiteY0" fmla="*/ 938749 h 938748"/>
              <a:gd name="connsiteX1" fmla="*/ 1877498 w 1877497"/>
              <a:gd name="connsiteY1" fmla="*/ 0 h 938748"/>
              <a:gd name="connsiteX2" fmla="*/ 0 w 1877497"/>
              <a:gd name="connsiteY2" fmla="*/ 0 h 938748"/>
              <a:gd name="connsiteX3" fmla="*/ 938749 w 1877497"/>
              <a:gd name="connsiteY3" fmla="*/ 938749 h 938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7497" h="938748">
                <a:moveTo>
                  <a:pt x="938749" y="938749"/>
                </a:moveTo>
                <a:cubicBezTo>
                  <a:pt x="1457114" y="938749"/>
                  <a:pt x="1877498" y="518366"/>
                  <a:pt x="1877498" y="0"/>
                </a:cubicBezTo>
                <a:lnTo>
                  <a:pt x="0" y="0"/>
                </a:lnTo>
                <a:cubicBezTo>
                  <a:pt x="0" y="518366"/>
                  <a:pt x="420383" y="938749"/>
                  <a:pt x="938749" y="938749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6" name="任意多边形: 形状 15"/>
          <p:cNvSpPr/>
          <p:nvPr userDrawn="1">
            <p:custDataLst>
              <p:tags r:id="rId9"/>
            </p:custDataLst>
          </p:nvPr>
        </p:nvSpPr>
        <p:spPr>
          <a:xfrm>
            <a:off x="762000" y="41840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10"/>
            </p:custDataLst>
          </p:nvPr>
        </p:nvSpPr>
        <p:spPr>
          <a:xfrm>
            <a:off x="900431" y="41840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11"/>
            </p:custDataLst>
          </p:nvPr>
        </p:nvSpPr>
        <p:spPr>
          <a:xfrm>
            <a:off x="1038225" y="41840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12"/>
            </p:custDataLst>
          </p:nvPr>
        </p:nvSpPr>
        <p:spPr>
          <a:xfrm>
            <a:off x="1176655" y="41840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3"/>
            </p:custDataLst>
          </p:nvPr>
        </p:nvSpPr>
        <p:spPr>
          <a:xfrm>
            <a:off x="1315085" y="41840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4"/>
            </p:custDataLst>
          </p:nvPr>
        </p:nvSpPr>
        <p:spPr>
          <a:xfrm>
            <a:off x="1453515" y="41840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5"/>
            </p:custDataLst>
          </p:nvPr>
        </p:nvSpPr>
        <p:spPr>
          <a:xfrm>
            <a:off x="762000" y="44507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6"/>
            </p:custDataLst>
          </p:nvPr>
        </p:nvSpPr>
        <p:spPr>
          <a:xfrm>
            <a:off x="900431" y="44507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17"/>
            </p:custDataLst>
          </p:nvPr>
        </p:nvSpPr>
        <p:spPr>
          <a:xfrm>
            <a:off x="1038225" y="44507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8"/>
            </p:custDataLst>
          </p:nvPr>
        </p:nvSpPr>
        <p:spPr>
          <a:xfrm>
            <a:off x="1176655" y="44507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19"/>
            </p:custDataLst>
          </p:nvPr>
        </p:nvSpPr>
        <p:spPr>
          <a:xfrm>
            <a:off x="1315085" y="44507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20"/>
            </p:custDataLst>
          </p:nvPr>
        </p:nvSpPr>
        <p:spPr>
          <a:xfrm>
            <a:off x="1453515" y="4450794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21"/>
            </p:custDataLst>
          </p:nvPr>
        </p:nvSpPr>
        <p:spPr>
          <a:xfrm>
            <a:off x="762000" y="47168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22"/>
            </p:custDataLst>
          </p:nvPr>
        </p:nvSpPr>
        <p:spPr>
          <a:xfrm>
            <a:off x="900431" y="47168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23"/>
            </p:custDataLst>
          </p:nvPr>
        </p:nvSpPr>
        <p:spPr>
          <a:xfrm>
            <a:off x="1038225" y="47168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24"/>
            </p:custDataLst>
          </p:nvPr>
        </p:nvSpPr>
        <p:spPr>
          <a:xfrm>
            <a:off x="1176655" y="47168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5"/>
            </p:custDataLst>
          </p:nvPr>
        </p:nvSpPr>
        <p:spPr>
          <a:xfrm>
            <a:off x="1315085" y="47168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26"/>
            </p:custDataLst>
          </p:nvPr>
        </p:nvSpPr>
        <p:spPr>
          <a:xfrm>
            <a:off x="1453515" y="47168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27"/>
            </p:custDataLst>
          </p:nvPr>
        </p:nvSpPr>
        <p:spPr>
          <a:xfrm>
            <a:off x="762000" y="49835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28"/>
            </p:custDataLst>
          </p:nvPr>
        </p:nvSpPr>
        <p:spPr>
          <a:xfrm>
            <a:off x="900431" y="49835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9"/>
            </p:custDataLst>
          </p:nvPr>
        </p:nvSpPr>
        <p:spPr>
          <a:xfrm>
            <a:off x="1038225" y="49835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30"/>
            </p:custDataLst>
          </p:nvPr>
        </p:nvSpPr>
        <p:spPr>
          <a:xfrm>
            <a:off x="1176655" y="49835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31"/>
            </p:custDataLst>
          </p:nvPr>
        </p:nvSpPr>
        <p:spPr>
          <a:xfrm>
            <a:off x="1315085" y="49835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32"/>
            </p:custDataLst>
          </p:nvPr>
        </p:nvSpPr>
        <p:spPr>
          <a:xfrm>
            <a:off x="1453515" y="4983559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44" name="任意多边形: 形状 43"/>
          <p:cNvSpPr/>
          <p:nvPr userDrawn="1">
            <p:custDataLst>
              <p:tags r:id="rId33"/>
            </p:custDataLst>
          </p:nvPr>
        </p:nvSpPr>
        <p:spPr>
          <a:xfrm>
            <a:off x="9381490" y="6355080"/>
            <a:ext cx="1045845" cy="502920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45" name="任意多边形: 形状 12"/>
          <p:cNvSpPr/>
          <p:nvPr userDrawn="1">
            <p:custDataLst>
              <p:tags r:id="rId34"/>
            </p:custDataLst>
          </p:nvPr>
        </p:nvSpPr>
        <p:spPr>
          <a:xfrm flipH="1">
            <a:off x="11353800" y="1670685"/>
            <a:ext cx="838200" cy="1506220"/>
          </a:xfrm>
          <a:custGeom>
            <a:avLst/>
            <a:gdLst>
              <a:gd name="connsiteX0" fmla="*/ 1130019 w 1130018"/>
              <a:gd name="connsiteY0" fmla="*/ 1130019 h 2260037"/>
              <a:gd name="connsiteX1" fmla="*/ 0 w 1130018"/>
              <a:gd name="connsiteY1" fmla="*/ 0 h 2260037"/>
              <a:gd name="connsiteX2" fmla="*/ 0 w 1130018"/>
              <a:gd name="connsiteY2" fmla="*/ 2260038 h 2260037"/>
              <a:gd name="connsiteX3" fmla="*/ 1130019 w 1130018"/>
              <a:gd name="connsiteY3" fmla="*/ 1130019 h 226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018" h="2260037">
                <a:moveTo>
                  <a:pt x="1130019" y="1130019"/>
                </a:moveTo>
                <a:cubicBezTo>
                  <a:pt x="1130019" y="506044"/>
                  <a:pt x="623974" y="0"/>
                  <a:pt x="0" y="0"/>
                </a:cubicBezTo>
                <a:lnTo>
                  <a:pt x="0" y="2260038"/>
                </a:lnTo>
                <a:cubicBezTo>
                  <a:pt x="623974" y="2260038"/>
                  <a:pt x="1130019" y="1754287"/>
                  <a:pt x="1130019" y="1130019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47" name="任意多边形: 形状 81"/>
          <p:cNvSpPr/>
          <p:nvPr userDrawn="1">
            <p:custDataLst>
              <p:tags r:id="rId35"/>
            </p:custDataLst>
          </p:nvPr>
        </p:nvSpPr>
        <p:spPr>
          <a:xfrm>
            <a:off x="10956925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48" name="任意多边形: 形状 82"/>
          <p:cNvSpPr/>
          <p:nvPr userDrawn="1">
            <p:custDataLst>
              <p:tags r:id="rId36"/>
            </p:custDataLst>
          </p:nvPr>
        </p:nvSpPr>
        <p:spPr>
          <a:xfrm>
            <a:off x="11095355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49" name="任意多边形: 形状 83"/>
          <p:cNvSpPr/>
          <p:nvPr userDrawn="1">
            <p:custDataLst>
              <p:tags r:id="rId37"/>
            </p:custDataLst>
          </p:nvPr>
        </p:nvSpPr>
        <p:spPr>
          <a:xfrm>
            <a:off x="11233151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0" name="任意多边形: 形状 84"/>
          <p:cNvSpPr/>
          <p:nvPr userDrawn="1">
            <p:custDataLst>
              <p:tags r:id="rId38"/>
            </p:custDataLst>
          </p:nvPr>
        </p:nvSpPr>
        <p:spPr>
          <a:xfrm>
            <a:off x="11371580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1" name="任意多边形: 形状 85"/>
          <p:cNvSpPr/>
          <p:nvPr userDrawn="1">
            <p:custDataLst>
              <p:tags r:id="rId39"/>
            </p:custDataLst>
          </p:nvPr>
        </p:nvSpPr>
        <p:spPr>
          <a:xfrm>
            <a:off x="11510011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2" name="任意多边形: 形状 86"/>
          <p:cNvSpPr/>
          <p:nvPr userDrawn="1">
            <p:custDataLst>
              <p:tags r:id="rId40"/>
            </p:custDataLst>
          </p:nvPr>
        </p:nvSpPr>
        <p:spPr>
          <a:xfrm>
            <a:off x="11648440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3" name="任意多边形: 形状 87"/>
          <p:cNvSpPr/>
          <p:nvPr userDrawn="1">
            <p:custDataLst>
              <p:tags r:id="rId41"/>
            </p:custDataLst>
          </p:nvPr>
        </p:nvSpPr>
        <p:spPr>
          <a:xfrm>
            <a:off x="10956925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4" name="任意多边形: 形状 88"/>
          <p:cNvSpPr/>
          <p:nvPr userDrawn="1">
            <p:custDataLst>
              <p:tags r:id="rId42"/>
            </p:custDataLst>
          </p:nvPr>
        </p:nvSpPr>
        <p:spPr>
          <a:xfrm>
            <a:off x="11095355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5" name="任意多边形: 形状 89"/>
          <p:cNvSpPr/>
          <p:nvPr userDrawn="1">
            <p:custDataLst>
              <p:tags r:id="rId43"/>
            </p:custDataLst>
          </p:nvPr>
        </p:nvSpPr>
        <p:spPr>
          <a:xfrm>
            <a:off x="11233151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6" name="任意多边形: 形状 90"/>
          <p:cNvSpPr/>
          <p:nvPr userDrawn="1">
            <p:custDataLst>
              <p:tags r:id="rId44"/>
            </p:custDataLst>
          </p:nvPr>
        </p:nvSpPr>
        <p:spPr>
          <a:xfrm>
            <a:off x="11371580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7" name="任意多边形: 形状 91"/>
          <p:cNvSpPr/>
          <p:nvPr userDrawn="1">
            <p:custDataLst>
              <p:tags r:id="rId45"/>
            </p:custDataLst>
          </p:nvPr>
        </p:nvSpPr>
        <p:spPr>
          <a:xfrm>
            <a:off x="11510011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8" name="任意多边形: 形状 92"/>
          <p:cNvSpPr/>
          <p:nvPr userDrawn="1">
            <p:custDataLst>
              <p:tags r:id="rId46"/>
            </p:custDataLst>
          </p:nvPr>
        </p:nvSpPr>
        <p:spPr>
          <a:xfrm>
            <a:off x="11648440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59" name="任意多边形: 形状 93"/>
          <p:cNvSpPr/>
          <p:nvPr userDrawn="1">
            <p:custDataLst>
              <p:tags r:id="rId47"/>
            </p:custDataLst>
          </p:nvPr>
        </p:nvSpPr>
        <p:spPr>
          <a:xfrm>
            <a:off x="10956925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0" name="任意多边形: 形状 94"/>
          <p:cNvSpPr/>
          <p:nvPr userDrawn="1">
            <p:custDataLst>
              <p:tags r:id="rId48"/>
            </p:custDataLst>
          </p:nvPr>
        </p:nvSpPr>
        <p:spPr>
          <a:xfrm>
            <a:off x="11095355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1" name="任意多边形: 形状 95"/>
          <p:cNvSpPr/>
          <p:nvPr userDrawn="1">
            <p:custDataLst>
              <p:tags r:id="rId49"/>
            </p:custDataLst>
          </p:nvPr>
        </p:nvSpPr>
        <p:spPr>
          <a:xfrm>
            <a:off x="11233151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2" name="任意多边形: 形状 96"/>
          <p:cNvSpPr/>
          <p:nvPr userDrawn="1">
            <p:custDataLst>
              <p:tags r:id="rId50"/>
            </p:custDataLst>
          </p:nvPr>
        </p:nvSpPr>
        <p:spPr>
          <a:xfrm>
            <a:off x="11371580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3" name="任意多边形: 形状 97"/>
          <p:cNvSpPr/>
          <p:nvPr userDrawn="1">
            <p:custDataLst>
              <p:tags r:id="rId51"/>
            </p:custDataLst>
          </p:nvPr>
        </p:nvSpPr>
        <p:spPr>
          <a:xfrm>
            <a:off x="11510011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4" name="任意多边形: 形状 98"/>
          <p:cNvSpPr/>
          <p:nvPr userDrawn="1">
            <p:custDataLst>
              <p:tags r:id="rId52"/>
            </p:custDataLst>
          </p:nvPr>
        </p:nvSpPr>
        <p:spPr>
          <a:xfrm>
            <a:off x="11648440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5" name="任意多边形: 形状 99"/>
          <p:cNvSpPr/>
          <p:nvPr userDrawn="1">
            <p:custDataLst>
              <p:tags r:id="rId53"/>
            </p:custDataLst>
          </p:nvPr>
        </p:nvSpPr>
        <p:spPr>
          <a:xfrm>
            <a:off x="10956925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6" name="任意多边形: 形状 100"/>
          <p:cNvSpPr/>
          <p:nvPr userDrawn="1">
            <p:custDataLst>
              <p:tags r:id="rId54"/>
            </p:custDataLst>
          </p:nvPr>
        </p:nvSpPr>
        <p:spPr>
          <a:xfrm>
            <a:off x="11095355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7" name="任意多边形: 形状 101"/>
          <p:cNvSpPr/>
          <p:nvPr userDrawn="1">
            <p:custDataLst>
              <p:tags r:id="rId55"/>
            </p:custDataLst>
          </p:nvPr>
        </p:nvSpPr>
        <p:spPr>
          <a:xfrm>
            <a:off x="11233151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8" name="任意多边形: 形状 102"/>
          <p:cNvSpPr/>
          <p:nvPr userDrawn="1">
            <p:custDataLst>
              <p:tags r:id="rId56"/>
            </p:custDataLst>
          </p:nvPr>
        </p:nvSpPr>
        <p:spPr>
          <a:xfrm>
            <a:off x="11371580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69" name="任意多边形: 形状 103"/>
          <p:cNvSpPr/>
          <p:nvPr userDrawn="1">
            <p:custDataLst>
              <p:tags r:id="rId57"/>
            </p:custDataLst>
          </p:nvPr>
        </p:nvSpPr>
        <p:spPr>
          <a:xfrm>
            <a:off x="11510011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70" name="任意多边形: 形状 104"/>
          <p:cNvSpPr/>
          <p:nvPr userDrawn="1">
            <p:custDataLst>
              <p:tags r:id="rId58"/>
            </p:custDataLst>
          </p:nvPr>
        </p:nvSpPr>
        <p:spPr>
          <a:xfrm>
            <a:off x="11648440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9"/>
            </p:custDataLst>
          </p:nvPr>
        </p:nvSpPr>
        <p:spPr>
          <a:xfrm>
            <a:off x="838200" y="1881000"/>
            <a:ext cx="10515600" cy="1350000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/>
            </a:lvl1pPr>
          </a:lstStyle>
          <a:p>
            <a:r>
              <a:rPr lang="zh-CN" altLang="en-US" dirty="0"/>
              <a:t>单击添加文档标题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60"/>
            </p:custDataLst>
          </p:nvPr>
        </p:nvSpPr>
        <p:spPr>
          <a:xfrm>
            <a:off x="838200" y="3813538"/>
            <a:ext cx="10515600" cy="65011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4" name="图片 1"/>
          <p:cNvPicPr>
            <a:picLocks noChangeAspect="1"/>
          </p:cNvPicPr>
          <p:nvPr userDrawn="1"/>
        </p:nvPicPr>
        <p:blipFill>
          <a:blip r:embed="rId61"/>
          <a:stretch>
            <a:fillRect/>
          </a:stretch>
        </p:blipFill>
        <p:spPr>
          <a:xfrm>
            <a:off x="9336405" y="120650"/>
            <a:ext cx="2606040" cy="774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450000"/>
            <a:ext cx="10800000" cy="5400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910952"/>
            <a:ext cx="10800000" cy="365521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84"/>
          <p:cNvSpPr/>
          <p:nvPr userDrawn="1">
            <p:custDataLst>
              <p:tags r:id="rId2"/>
            </p:custDataLst>
          </p:nvPr>
        </p:nvSpPr>
        <p:spPr>
          <a:xfrm>
            <a:off x="0" y="815926"/>
            <a:ext cx="3010487" cy="5732586"/>
          </a:xfrm>
          <a:custGeom>
            <a:avLst/>
            <a:gdLst>
              <a:gd name="connsiteX0" fmla="*/ 144194 w 3010487"/>
              <a:gd name="connsiteY0" fmla="*/ 0 h 5732586"/>
              <a:gd name="connsiteX1" fmla="*/ 3010487 w 3010487"/>
              <a:gd name="connsiteY1" fmla="*/ 2866293 h 5732586"/>
              <a:gd name="connsiteX2" fmla="*/ 144194 w 3010487"/>
              <a:gd name="connsiteY2" fmla="*/ 5732586 h 5732586"/>
              <a:gd name="connsiteX3" fmla="*/ 0 w 3010487"/>
              <a:gd name="connsiteY3" fmla="*/ 5728940 h 5732586"/>
              <a:gd name="connsiteX4" fmla="*/ 0 w 3010487"/>
              <a:gd name="connsiteY4" fmla="*/ 3646 h 573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0487" h="5732586">
                <a:moveTo>
                  <a:pt x="144194" y="0"/>
                </a:moveTo>
                <a:cubicBezTo>
                  <a:pt x="1727204" y="0"/>
                  <a:pt x="3010487" y="1283283"/>
                  <a:pt x="3010487" y="2866293"/>
                </a:cubicBezTo>
                <a:cubicBezTo>
                  <a:pt x="3010487" y="4449303"/>
                  <a:pt x="1727204" y="5732586"/>
                  <a:pt x="144194" y="5732586"/>
                </a:cubicBezTo>
                <a:lnTo>
                  <a:pt x="0" y="5728940"/>
                </a:lnTo>
                <a:lnTo>
                  <a:pt x="0" y="3646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4" name="标题 23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73040" y="2266101"/>
            <a:ext cx="2034412" cy="2688797"/>
          </a:xfrm>
        </p:spPr>
        <p:txBody>
          <a:bodyPr anchor="ctr">
            <a:noAutofit/>
          </a:bodyPr>
          <a:lstStyle>
            <a:lvl1pPr algn="r">
              <a:defRPr sz="7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标</a:t>
            </a:r>
            <a:br>
              <a:rPr lang="en-US" altLang="zh-CN" dirty="0"/>
            </a:br>
            <a:r>
              <a:rPr lang="zh-CN" altLang="en-US" dirty="0"/>
              <a:t>题</a:t>
            </a:r>
            <a:endParaRPr lang="zh-CN" altLang="en-US" dirty="0"/>
          </a:p>
        </p:txBody>
      </p:sp>
      <p:sp>
        <p:nvSpPr>
          <p:cNvPr id="109" name="任意多边形: 形状 108"/>
          <p:cNvSpPr/>
          <p:nvPr userDrawn="1">
            <p:custDataLst>
              <p:tags r:id="rId4"/>
            </p:custDataLst>
          </p:nvPr>
        </p:nvSpPr>
        <p:spPr>
          <a:xfrm>
            <a:off x="1019811" y="523835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10" name="任意多边形: 形状 109"/>
          <p:cNvSpPr/>
          <p:nvPr userDrawn="1">
            <p:custDataLst>
              <p:tags r:id="rId5"/>
            </p:custDataLst>
          </p:nvPr>
        </p:nvSpPr>
        <p:spPr>
          <a:xfrm>
            <a:off x="1236980" y="523835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11" name="任意多边形: 形状 110"/>
          <p:cNvSpPr/>
          <p:nvPr userDrawn="1">
            <p:custDataLst>
              <p:tags r:id="rId6"/>
            </p:custDataLst>
          </p:nvPr>
        </p:nvSpPr>
        <p:spPr>
          <a:xfrm>
            <a:off x="1454785" y="523835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12" name="任意多边形: 形状 111"/>
          <p:cNvSpPr/>
          <p:nvPr userDrawn="1">
            <p:custDataLst>
              <p:tags r:id="rId7"/>
            </p:custDataLst>
          </p:nvPr>
        </p:nvSpPr>
        <p:spPr>
          <a:xfrm>
            <a:off x="1672589" y="523835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13" name="任意多边形: 形状 112"/>
          <p:cNvSpPr/>
          <p:nvPr userDrawn="1">
            <p:custDataLst>
              <p:tags r:id="rId8"/>
            </p:custDataLst>
          </p:nvPr>
        </p:nvSpPr>
        <p:spPr>
          <a:xfrm>
            <a:off x="1889760" y="523835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14" name="任意多边形: 形状 113"/>
          <p:cNvSpPr/>
          <p:nvPr userDrawn="1">
            <p:custDataLst>
              <p:tags r:id="rId9"/>
            </p:custDataLst>
          </p:nvPr>
        </p:nvSpPr>
        <p:spPr>
          <a:xfrm>
            <a:off x="2107565" y="523835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03" name="任意多边形: 形状 102"/>
          <p:cNvSpPr/>
          <p:nvPr userDrawn="1">
            <p:custDataLst>
              <p:tags r:id="rId10"/>
            </p:custDataLst>
          </p:nvPr>
        </p:nvSpPr>
        <p:spPr>
          <a:xfrm>
            <a:off x="1019811" y="552791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04" name="任意多边形: 形状 103"/>
          <p:cNvSpPr/>
          <p:nvPr userDrawn="1">
            <p:custDataLst>
              <p:tags r:id="rId11"/>
            </p:custDataLst>
          </p:nvPr>
        </p:nvSpPr>
        <p:spPr>
          <a:xfrm>
            <a:off x="1236980" y="552791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05" name="任意多边形: 形状 104"/>
          <p:cNvSpPr/>
          <p:nvPr userDrawn="1">
            <p:custDataLst>
              <p:tags r:id="rId12"/>
            </p:custDataLst>
          </p:nvPr>
        </p:nvSpPr>
        <p:spPr>
          <a:xfrm>
            <a:off x="1454785" y="552791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06" name="任意多边形: 形状 105"/>
          <p:cNvSpPr/>
          <p:nvPr userDrawn="1">
            <p:custDataLst>
              <p:tags r:id="rId13"/>
            </p:custDataLst>
          </p:nvPr>
        </p:nvSpPr>
        <p:spPr>
          <a:xfrm>
            <a:off x="1672589" y="552791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07" name="任意多边形: 形状 106"/>
          <p:cNvSpPr/>
          <p:nvPr userDrawn="1">
            <p:custDataLst>
              <p:tags r:id="rId14"/>
            </p:custDataLst>
          </p:nvPr>
        </p:nvSpPr>
        <p:spPr>
          <a:xfrm>
            <a:off x="1889760" y="552791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08" name="任意多边形: 形状 107"/>
          <p:cNvSpPr/>
          <p:nvPr userDrawn="1">
            <p:custDataLst>
              <p:tags r:id="rId15"/>
            </p:custDataLst>
          </p:nvPr>
        </p:nvSpPr>
        <p:spPr>
          <a:xfrm>
            <a:off x="2107565" y="5527913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97" name="任意多边形: 形状 96"/>
          <p:cNvSpPr/>
          <p:nvPr userDrawn="1">
            <p:custDataLst>
              <p:tags r:id="rId16"/>
            </p:custDataLst>
          </p:nvPr>
        </p:nvSpPr>
        <p:spPr>
          <a:xfrm>
            <a:off x="1019811" y="5829538"/>
            <a:ext cx="73025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98" name="任意多边形: 形状 97"/>
          <p:cNvSpPr/>
          <p:nvPr userDrawn="1">
            <p:custDataLst>
              <p:tags r:id="rId17"/>
            </p:custDataLst>
          </p:nvPr>
        </p:nvSpPr>
        <p:spPr>
          <a:xfrm>
            <a:off x="1236980" y="5829538"/>
            <a:ext cx="73025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99" name="任意多边形: 形状 98"/>
          <p:cNvSpPr/>
          <p:nvPr userDrawn="1">
            <p:custDataLst>
              <p:tags r:id="rId18"/>
            </p:custDataLst>
          </p:nvPr>
        </p:nvSpPr>
        <p:spPr>
          <a:xfrm>
            <a:off x="1454785" y="5829538"/>
            <a:ext cx="73025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00" name="任意多边形: 形状 99"/>
          <p:cNvSpPr/>
          <p:nvPr userDrawn="1">
            <p:custDataLst>
              <p:tags r:id="rId19"/>
            </p:custDataLst>
          </p:nvPr>
        </p:nvSpPr>
        <p:spPr>
          <a:xfrm>
            <a:off x="1672589" y="5829538"/>
            <a:ext cx="73025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01" name="任意多边形: 形状 100"/>
          <p:cNvSpPr/>
          <p:nvPr userDrawn="1">
            <p:custDataLst>
              <p:tags r:id="rId20"/>
            </p:custDataLst>
          </p:nvPr>
        </p:nvSpPr>
        <p:spPr>
          <a:xfrm>
            <a:off x="1889760" y="5829538"/>
            <a:ext cx="73025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02" name="任意多边形: 形状 101"/>
          <p:cNvSpPr/>
          <p:nvPr userDrawn="1">
            <p:custDataLst>
              <p:tags r:id="rId21"/>
            </p:custDataLst>
          </p:nvPr>
        </p:nvSpPr>
        <p:spPr>
          <a:xfrm>
            <a:off x="2107565" y="5829538"/>
            <a:ext cx="73025" cy="54769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91" name="任意多边形: 形状 90"/>
          <p:cNvSpPr/>
          <p:nvPr userDrawn="1">
            <p:custDataLst>
              <p:tags r:id="rId22"/>
            </p:custDataLst>
          </p:nvPr>
        </p:nvSpPr>
        <p:spPr>
          <a:xfrm>
            <a:off x="1019811" y="6130528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92" name="任意多边形: 形状 91"/>
          <p:cNvSpPr/>
          <p:nvPr userDrawn="1">
            <p:custDataLst>
              <p:tags r:id="rId23"/>
            </p:custDataLst>
          </p:nvPr>
        </p:nvSpPr>
        <p:spPr>
          <a:xfrm>
            <a:off x="1236980" y="6130528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93" name="任意多边形: 形状 92"/>
          <p:cNvSpPr/>
          <p:nvPr userDrawn="1">
            <p:custDataLst>
              <p:tags r:id="rId24"/>
            </p:custDataLst>
          </p:nvPr>
        </p:nvSpPr>
        <p:spPr>
          <a:xfrm>
            <a:off x="1454785" y="6130528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94" name="任意多边形: 形状 93"/>
          <p:cNvSpPr/>
          <p:nvPr userDrawn="1">
            <p:custDataLst>
              <p:tags r:id="rId25"/>
            </p:custDataLst>
          </p:nvPr>
        </p:nvSpPr>
        <p:spPr>
          <a:xfrm>
            <a:off x="1672589" y="6130528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95" name="任意多边形: 形状 94"/>
          <p:cNvSpPr/>
          <p:nvPr userDrawn="1">
            <p:custDataLst>
              <p:tags r:id="rId26"/>
            </p:custDataLst>
          </p:nvPr>
        </p:nvSpPr>
        <p:spPr>
          <a:xfrm>
            <a:off x="1889760" y="6130528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96" name="任意多边形: 形状 95"/>
          <p:cNvSpPr/>
          <p:nvPr userDrawn="1">
            <p:custDataLst>
              <p:tags r:id="rId27"/>
            </p:custDataLst>
          </p:nvPr>
        </p:nvSpPr>
        <p:spPr>
          <a:xfrm>
            <a:off x="2107565" y="6130528"/>
            <a:ext cx="73025" cy="54769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16" name="任意多边形: 形状 115"/>
          <p:cNvSpPr/>
          <p:nvPr userDrawn="1">
            <p:custDataLst>
              <p:tags r:id="rId28"/>
            </p:custDataLst>
          </p:nvPr>
        </p:nvSpPr>
        <p:spPr>
          <a:xfrm>
            <a:off x="10883032" y="5494407"/>
            <a:ext cx="1308968" cy="1363593"/>
          </a:xfrm>
          <a:custGeom>
            <a:avLst/>
            <a:gdLst>
              <a:gd name="connsiteX0" fmla="*/ 672905 w 1308968"/>
              <a:gd name="connsiteY0" fmla="*/ 0 h 1363593"/>
              <a:gd name="connsiteX1" fmla="*/ 1292915 w 1308968"/>
              <a:gd name="connsiteY1" fmla="*/ 416454 h 1363593"/>
              <a:gd name="connsiteX2" fmla="*/ 1308968 w 1308968"/>
              <a:gd name="connsiteY2" fmla="*/ 468831 h 1363593"/>
              <a:gd name="connsiteX3" fmla="*/ 1308968 w 1308968"/>
              <a:gd name="connsiteY3" fmla="*/ 1363593 h 1363593"/>
              <a:gd name="connsiteX4" fmla="*/ 0 w 1308968"/>
              <a:gd name="connsiteY4" fmla="*/ 1363593 h 1363593"/>
              <a:gd name="connsiteX5" fmla="*/ 0 w 1308968"/>
              <a:gd name="connsiteY5" fmla="*/ 681797 h 1363593"/>
              <a:gd name="connsiteX6" fmla="*/ 672905 w 1308968"/>
              <a:gd name="connsiteY6" fmla="*/ 0 h 1363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08968" h="1363593">
                <a:moveTo>
                  <a:pt x="672905" y="0"/>
                </a:moveTo>
                <a:cubicBezTo>
                  <a:pt x="951555" y="0"/>
                  <a:pt x="1190739" y="171761"/>
                  <a:pt x="1292915" y="416454"/>
                </a:cubicBezTo>
                <a:lnTo>
                  <a:pt x="1308968" y="468831"/>
                </a:lnTo>
                <a:lnTo>
                  <a:pt x="1308968" y="1363593"/>
                </a:lnTo>
                <a:lnTo>
                  <a:pt x="0" y="1363593"/>
                </a:lnTo>
                <a:lnTo>
                  <a:pt x="0" y="681797"/>
                </a:lnTo>
                <a:cubicBezTo>
                  <a:pt x="0" y="305353"/>
                  <a:pt x="301371" y="0"/>
                  <a:pt x="67290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015"/>
          </a:p>
        </p:txBody>
      </p:sp>
      <p:sp>
        <p:nvSpPr>
          <p:cNvPr id="117" name="任意多边形: 形状 116"/>
          <p:cNvSpPr/>
          <p:nvPr userDrawn="1">
            <p:custDataLst>
              <p:tags r:id="rId29"/>
            </p:custDataLst>
          </p:nvPr>
        </p:nvSpPr>
        <p:spPr>
          <a:xfrm>
            <a:off x="10503205" y="6426987"/>
            <a:ext cx="862759" cy="431379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cxnSp>
        <p:nvCxnSpPr>
          <p:cNvPr id="124" name="直接连接符 123"/>
          <p:cNvCxnSpPr/>
          <p:nvPr userDrawn="1">
            <p:custDataLst>
              <p:tags r:id="rId30"/>
            </p:custDataLst>
          </p:nvPr>
        </p:nvCxnSpPr>
        <p:spPr>
          <a:xfrm>
            <a:off x="4670473" y="5491317"/>
            <a:ext cx="618978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1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9336405" y="120650"/>
            <a:ext cx="2606040" cy="774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 userDrawn="1">
            <p:custDataLst>
              <p:tags r:id="rId2"/>
            </p:custDataLst>
          </p:nvPr>
        </p:nvSpPr>
        <p:spPr>
          <a:xfrm>
            <a:off x="9348036" y="980957"/>
            <a:ext cx="2843964" cy="5731457"/>
          </a:xfrm>
          <a:custGeom>
            <a:avLst/>
            <a:gdLst>
              <a:gd name="connsiteX0" fmla="*/ 2843964 w 2843964"/>
              <a:gd name="connsiteY0" fmla="*/ 0 h 5731457"/>
              <a:gd name="connsiteX1" fmla="*/ 2843964 w 2843964"/>
              <a:gd name="connsiteY1" fmla="*/ 5731457 h 5731457"/>
              <a:gd name="connsiteX2" fmla="*/ 2718794 w 2843964"/>
              <a:gd name="connsiteY2" fmla="*/ 5728292 h 5731457"/>
              <a:gd name="connsiteX3" fmla="*/ 0 w 2843964"/>
              <a:gd name="connsiteY3" fmla="*/ 2865728 h 5731457"/>
              <a:gd name="connsiteX4" fmla="*/ 2718794 w 2843964"/>
              <a:gd name="connsiteY4" fmla="*/ 3165 h 5731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3964" h="5731457">
                <a:moveTo>
                  <a:pt x="2843964" y="0"/>
                </a:moveTo>
                <a:lnTo>
                  <a:pt x="2843964" y="5731457"/>
                </a:lnTo>
                <a:lnTo>
                  <a:pt x="2718794" y="5728292"/>
                </a:lnTo>
                <a:cubicBezTo>
                  <a:pt x="1204331" y="5651523"/>
                  <a:pt x="0" y="4399269"/>
                  <a:pt x="0" y="2865728"/>
                </a:cubicBezTo>
                <a:cubicBezTo>
                  <a:pt x="0" y="1332187"/>
                  <a:pt x="1204331" y="79933"/>
                  <a:pt x="2718794" y="3165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3"/>
            </p:custDataLst>
          </p:nvPr>
        </p:nvSpPr>
        <p:spPr>
          <a:xfrm>
            <a:off x="10055225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4" name="任意多边形: 形状 33"/>
          <p:cNvSpPr/>
          <p:nvPr userDrawn="1">
            <p:custDataLst>
              <p:tags r:id="rId4"/>
            </p:custDataLst>
          </p:nvPr>
        </p:nvSpPr>
        <p:spPr>
          <a:xfrm>
            <a:off x="1027303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5" name="任意多边形: 形状 34"/>
          <p:cNvSpPr/>
          <p:nvPr userDrawn="1">
            <p:custDataLst>
              <p:tags r:id="rId5"/>
            </p:custDataLst>
          </p:nvPr>
        </p:nvSpPr>
        <p:spPr>
          <a:xfrm>
            <a:off x="1049020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6" name="任意多边形: 形状 35"/>
          <p:cNvSpPr/>
          <p:nvPr userDrawn="1">
            <p:custDataLst>
              <p:tags r:id="rId6"/>
            </p:custDataLst>
          </p:nvPr>
        </p:nvSpPr>
        <p:spPr>
          <a:xfrm>
            <a:off x="10708005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7" name="任意多边形: 形状 36"/>
          <p:cNvSpPr/>
          <p:nvPr userDrawn="1">
            <p:custDataLst>
              <p:tags r:id="rId7"/>
            </p:custDataLst>
          </p:nvPr>
        </p:nvSpPr>
        <p:spPr>
          <a:xfrm>
            <a:off x="10925175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8" name="任意多边形: 形状 37"/>
          <p:cNvSpPr/>
          <p:nvPr userDrawn="1">
            <p:custDataLst>
              <p:tags r:id="rId8"/>
            </p:custDataLst>
          </p:nvPr>
        </p:nvSpPr>
        <p:spPr>
          <a:xfrm>
            <a:off x="11142980" y="522922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1"/>
                  <a:pt x="42830" y="55151"/>
                  <a:pt x="27575" y="55151"/>
                </a:cubicBezTo>
                <a:cubicBezTo>
                  <a:pt x="12027" y="55151"/>
                  <a:pt x="0" y="42537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7" name="任意多边形: 形状 26"/>
          <p:cNvSpPr/>
          <p:nvPr userDrawn="1">
            <p:custDataLst>
              <p:tags r:id="rId9"/>
            </p:custDataLst>
          </p:nvPr>
        </p:nvSpPr>
        <p:spPr>
          <a:xfrm>
            <a:off x="10055225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8" name="任意多边形: 形状 27"/>
          <p:cNvSpPr/>
          <p:nvPr userDrawn="1">
            <p:custDataLst>
              <p:tags r:id="rId10"/>
            </p:custDataLst>
          </p:nvPr>
        </p:nvSpPr>
        <p:spPr>
          <a:xfrm>
            <a:off x="1027303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9" name="任意多边形: 形状 28"/>
          <p:cNvSpPr/>
          <p:nvPr userDrawn="1">
            <p:custDataLst>
              <p:tags r:id="rId11"/>
            </p:custDataLst>
          </p:nvPr>
        </p:nvSpPr>
        <p:spPr>
          <a:xfrm>
            <a:off x="1049020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0" name="任意多边形: 形状 29"/>
          <p:cNvSpPr/>
          <p:nvPr userDrawn="1">
            <p:custDataLst>
              <p:tags r:id="rId12"/>
            </p:custDataLst>
          </p:nvPr>
        </p:nvSpPr>
        <p:spPr>
          <a:xfrm>
            <a:off x="10708005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1" name="任意多边形: 形状 30"/>
          <p:cNvSpPr/>
          <p:nvPr userDrawn="1">
            <p:custDataLst>
              <p:tags r:id="rId13"/>
            </p:custDataLst>
          </p:nvPr>
        </p:nvSpPr>
        <p:spPr>
          <a:xfrm>
            <a:off x="10925175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2" name="任意多边形: 形状 31"/>
          <p:cNvSpPr/>
          <p:nvPr userDrawn="1">
            <p:custDataLst>
              <p:tags r:id="rId14"/>
            </p:custDataLst>
          </p:nvPr>
        </p:nvSpPr>
        <p:spPr>
          <a:xfrm>
            <a:off x="11142980" y="5518785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1" name="任意多边形: 形状 20"/>
          <p:cNvSpPr/>
          <p:nvPr userDrawn="1">
            <p:custDataLst>
              <p:tags r:id="rId15"/>
            </p:custDataLst>
          </p:nvPr>
        </p:nvSpPr>
        <p:spPr>
          <a:xfrm>
            <a:off x="10055225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2" name="任意多边形: 形状 21"/>
          <p:cNvSpPr/>
          <p:nvPr userDrawn="1">
            <p:custDataLst>
              <p:tags r:id="rId16"/>
            </p:custDataLst>
          </p:nvPr>
        </p:nvSpPr>
        <p:spPr>
          <a:xfrm>
            <a:off x="1027303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3" name="任意多边形: 形状 22"/>
          <p:cNvSpPr/>
          <p:nvPr userDrawn="1">
            <p:custDataLst>
              <p:tags r:id="rId17"/>
            </p:custDataLst>
          </p:nvPr>
        </p:nvSpPr>
        <p:spPr>
          <a:xfrm>
            <a:off x="1049020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4" name="任意多边形: 形状 23"/>
          <p:cNvSpPr/>
          <p:nvPr userDrawn="1">
            <p:custDataLst>
              <p:tags r:id="rId18"/>
            </p:custDataLst>
          </p:nvPr>
        </p:nvSpPr>
        <p:spPr>
          <a:xfrm>
            <a:off x="10708005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5" name="任意多边形: 形状 24"/>
          <p:cNvSpPr/>
          <p:nvPr userDrawn="1">
            <p:custDataLst>
              <p:tags r:id="rId19"/>
            </p:custDataLst>
          </p:nvPr>
        </p:nvSpPr>
        <p:spPr>
          <a:xfrm>
            <a:off x="10925175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6" name="任意多边形: 形状 25"/>
          <p:cNvSpPr/>
          <p:nvPr userDrawn="1">
            <p:custDataLst>
              <p:tags r:id="rId20"/>
            </p:custDataLst>
          </p:nvPr>
        </p:nvSpPr>
        <p:spPr>
          <a:xfrm>
            <a:off x="11142980" y="5820410"/>
            <a:ext cx="73025" cy="73025"/>
          </a:xfrm>
          <a:custGeom>
            <a:avLst/>
            <a:gdLst>
              <a:gd name="connsiteX0" fmla="*/ 0 w 55150"/>
              <a:gd name="connsiteY0" fmla="*/ 27283 h 55151"/>
              <a:gd name="connsiteX1" fmla="*/ 27575 w 55150"/>
              <a:gd name="connsiteY1" fmla="*/ 0 h 55151"/>
              <a:gd name="connsiteX2" fmla="*/ 55151 w 55150"/>
              <a:gd name="connsiteY2" fmla="*/ 27283 h 55151"/>
              <a:gd name="connsiteX3" fmla="*/ 27575 w 55150"/>
              <a:gd name="connsiteY3" fmla="*/ 55152 h 55151"/>
              <a:gd name="connsiteX4" fmla="*/ 0 w 55150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3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5" y="55152"/>
                </a:cubicBezTo>
                <a:cubicBezTo>
                  <a:pt x="12027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5" name="任意多边形: 形状 14"/>
          <p:cNvSpPr/>
          <p:nvPr userDrawn="1">
            <p:custDataLst>
              <p:tags r:id="rId21"/>
            </p:custDataLst>
          </p:nvPr>
        </p:nvSpPr>
        <p:spPr>
          <a:xfrm>
            <a:off x="10055225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6" name="任意多边形: 形状 15"/>
          <p:cNvSpPr/>
          <p:nvPr userDrawn="1">
            <p:custDataLst>
              <p:tags r:id="rId22"/>
            </p:custDataLst>
          </p:nvPr>
        </p:nvSpPr>
        <p:spPr>
          <a:xfrm>
            <a:off x="1027303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7" name="任意多边形: 形状 16"/>
          <p:cNvSpPr/>
          <p:nvPr userDrawn="1">
            <p:custDataLst>
              <p:tags r:id="rId23"/>
            </p:custDataLst>
          </p:nvPr>
        </p:nvSpPr>
        <p:spPr>
          <a:xfrm>
            <a:off x="1049020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8" name="任意多边形: 形状 17"/>
          <p:cNvSpPr/>
          <p:nvPr userDrawn="1">
            <p:custDataLst>
              <p:tags r:id="rId24"/>
            </p:custDataLst>
          </p:nvPr>
        </p:nvSpPr>
        <p:spPr>
          <a:xfrm>
            <a:off x="10708005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19" name="任意多边形: 形状 18"/>
          <p:cNvSpPr/>
          <p:nvPr userDrawn="1">
            <p:custDataLst>
              <p:tags r:id="rId25"/>
            </p:custDataLst>
          </p:nvPr>
        </p:nvSpPr>
        <p:spPr>
          <a:xfrm>
            <a:off x="10925175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20" name="任意多边形: 形状 19"/>
          <p:cNvSpPr/>
          <p:nvPr userDrawn="1">
            <p:custDataLst>
              <p:tags r:id="rId26"/>
            </p:custDataLst>
          </p:nvPr>
        </p:nvSpPr>
        <p:spPr>
          <a:xfrm>
            <a:off x="11142980" y="6121400"/>
            <a:ext cx="73025" cy="73025"/>
          </a:xfrm>
          <a:custGeom>
            <a:avLst/>
            <a:gdLst>
              <a:gd name="connsiteX0" fmla="*/ 0 w 55150"/>
              <a:gd name="connsiteY0" fmla="*/ 27282 h 55151"/>
              <a:gd name="connsiteX1" fmla="*/ 27575 w 55150"/>
              <a:gd name="connsiteY1" fmla="*/ 0 h 55151"/>
              <a:gd name="connsiteX2" fmla="*/ 55151 w 55150"/>
              <a:gd name="connsiteY2" fmla="*/ 27282 h 55151"/>
              <a:gd name="connsiteX3" fmla="*/ 27575 w 55150"/>
              <a:gd name="connsiteY3" fmla="*/ 55151 h 55151"/>
              <a:gd name="connsiteX4" fmla="*/ 0 w 55150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0" h="55151">
                <a:moveTo>
                  <a:pt x="0" y="27282"/>
                </a:moveTo>
                <a:cubicBezTo>
                  <a:pt x="0" y="12028"/>
                  <a:pt x="12027" y="0"/>
                  <a:pt x="27575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5" y="55151"/>
                </a:cubicBezTo>
                <a:cubicBezTo>
                  <a:pt x="12027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39" name="任意多边形 1"/>
          <p:cNvSpPr/>
          <p:nvPr userDrawn="1">
            <p:custDataLst>
              <p:tags r:id="rId27"/>
            </p:custDataLst>
          </p:nvPr>
        </p:nvSpPr>
        <p:spPr>
          <a:xfrm>
            <a:off x="206375" y="5969564"/>
            <a:ext cx="1343382" cy="88907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16" h="1400">
                <a:moveTo>
                  <a:pt x="1058" y="0"/>
                </a:moveTo>
                <a:cubicBezTo>
                  <a:pt x="1570" y="0"/>
                  <a:pt x="1997" y="368"/>
                  <a:pt x="2096" y="857"/>
                </a:cubicBezTo>
                <a:lnTo>
                  <a:pt x="2116" y="1053"/>
                </a:lnTo>
                <a:lnTo>
                  <a:pt x="1762" y="1053"/>
                </a:lnTo>
                <a:lnTo>
                  <a:pt x="1762" y="1400"/>
                </a:lnTo>
                <a:lnTo>
                  <a:pt x="0" y="1400"/>
                </a:lnTo>
                <a:lnTo>
                  <a:pt x="0" y="1053"/>
                </a:lnTo>
                <a:lnTo>
                  <a:pt x="0" y="1053"/>
                </a:lnTo>
                <a:lnTo>
                  <a:pt x="20" y="857"/>
                </a:lnTo>
                <a:cubicBezTo>
                  <a:pt x="119" y="368"/>
                  <a:pt x="546" y="0"/>
                  <a:pt x="10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8"/>
            </p:custDataLst>
          </p:nvPr>
        </p:nvSpPr>
        <p:spPr>
          <a:xfrm>
            <a:off x="1808163" y="2655570"/>
            <a:ext cx="8575675" cy="154686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40" name="直接连接符 39"/>
          <p:cNvCxnSpPr/>
          <p:nvPr userDrawn="1">
            <p:custDataLst>
              <p:tags r:id="rId29"/>
            </p:custDataLst>
          </p:nvPr>
        </p:nvCxnSpPr>
        <p:spPr>
          <a:xfrm>
            <a:off x="1549757" y="6527800"/>
            <a:ext cx="8572143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任意多边形: 形状 40"/>
          <p:cNvSpPr/>
          <p:nvPr userDrawn="1">
            <p:custDataLst>
              <p:tags r:id="rId30"/>
            </p:custDataLst>
          </p:nvPr>
        </p:nvSpPr>
        <p:spPr>
          <a:xfrm>
            <a:off x="1075734" y="6426567"/>
            <a:ext cx="862759" cy="431379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80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31"/>
            </p:custDataLst>
          </p:nvPr>
        </p:nvSpPr>
        <p:spPr>
          <a:xfrm>
            <a:off x="10270349" y="2560320"/>
            <a:ext cx="1632479" cy="1869606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pic>
        <p:nvPicPr>
          <p:cNvPr id="10" name="VCG41N1266076819"/>
          <p:cNvPicPr>
            <a:picLocks noChangeAspect="1"/>
          </p:cNvPicPr>
          <p:nvPr userDrawn="1"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13764" y="0"/>
            <a:ext cx="1888015" cy="3047113"/>
          </a:xfrm>
          <a:prstGeom prst="rect">
            <a:avLst/>
          </a:prstGeom>
        </p:spPr>
      </p:pic>
      <p:pic>
        <p:nvPicPr>
          <p:cNvPr id="4" name="图片 1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9336405" y="120650"/>
            <a:ext cx="2606040" cy="774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450000"/>
            <a:ext cx="10800000" cy="5400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>
            <p:custDataLst>
              <p:tags r:id="rId2"/>
            </p:custDataLst>
          </p:nvPr>
        </p:nvCxnSpPr>
        <p:spPr>
          <a:xfrm>
            <a:off x="558800" y="6527800"/>
            <a:ext cx="9563100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: 形状 10"/>
          <p:cNvSpPr/>
          <p:nvPr userDrawn="1">
            <p:custDataLst>
              <p:tags r:id="rId3"/>
            </p:custDataLst>
          </p:nvPr>
        </p:nvSpPr>
        <p:spPr>
          <a:xfrm>
            <a:off x="9845675" y="4699635"/>
            <a:ext cx="1585595" cy="2153285"/>
          </a:xfrm>
          <a:custGeom>
            <a:avLst/>
            <a:gdLst>
              <a:gd name="connsiteX0" fmla="*/ 1924435 w 1924435"/>
              <a:gd name="connsiteY0" fmla="*/ 1924435 h 1924435"/>
              <a:gd name="connsiteX1" fmla="*/ 0 w 1924435"/>
              <a:gd name="connsiteY1" fmla="*/ 1924435 h 1924435"/>
              <a:gd name="connsiteX2" fmla="*/ 0 w 1924435"/>
              <a:gd name="connsiteY2" fmla="*/ 962218 h 1924435"/>
              <a:gd name="connsiteX3" fmla="*/ 962218 w 1924435"/>
              <a:gd name="connsiteY3" fmla="*/ 0 h 1924435"/>
              <a:gd name="connsiteX4" fmla="*/ 962218 w 1924435"/>
              <a:gd name="connsiteY4" fmla="*/ 0 h 1924435"/>
              <a:gd name="connsiteX5" fmla="*/ 1924435 w 1924435"/>
              <a:gd name="connsiteY5" fmla="*/ 962218 h 1924435"/>
              <a:gd name="connsiteX6" fmla="*/ 1924435 w 1924435"/>
              <a:gd name="connsiteY6" fmla="*/ 1924435 h 1924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24435" h="1924435">
                <a:moveTo>
                  <a:pt x="1924435" y="1924435"/>
                </a:moveTo>
                <a:lnTo>
                  <a:pt x="0" y="1924435"/>
                </a:lnTo>
                <a:lnTo>
                  <a:pt x="0" y="962218"/>
                </a:lnTo>
                <a:cubicBezTo>
                  <a:pt x="0" y="430944"/>
                  <a:pt x="430944" y="0"/>
                  <a:pt x="962218" y="0"/>
                </a:cubicBezTo>
                <a:lnTo>
                  <a:pt x="962218" y="0"/>
                </a:lnTo>
                <a:cubicBezTo>
                  <a:pt x="1493491" y="0"/>
                  <a:pt x="1924435" y="430944"/>
                  <a:pt x="1924435" y="962218"/>
                </a:cubicBezTo>
                <a:lnTo>
                  <a:pt x="1924435" y="1924435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2" name="任意多边形: 形状 11"/>
          <p:cNvSpPr/>
          <p:nvPr userDrawn="1">
            <p:custDataLst>
              <p:tags r:id="rId4"/>
            </p:custDataLst>
          </p:nvPr>
        </p:nvSpPr>
        <p:spPr>
          <a:xfrm flipH="1">
            <a:off x="11233785" y="1573530"/>
            <a:ext cx="957580" cy="1717675"/>
          </a:xfrm>
          <a:custGeom>
            <a:avLst/>
            <a:gdLst>
              <a:gd name="connsiteX0" fmla="*/ 1130019 w 1130018"/>
              <a:gd name="connsiteY0" fmla="*/ 1130019 h 2260037"/>
              <a:gd name="connsiteX1" fmla="*/ 0 w 1130018"/>
              <a:gd name="connsiteY1" fmla="*/ 0 h 2260037"/>
              <a:gd name="connsiteX2" fmla="*/ 0 w 1130018"/>
              <a:gd name="connsiteY2" fmla="*/ 2260038 h 2260037"/>
              <a:gd name="connsiteX3" fmla="*/ 1130019 w 1130018"/>
              <a:gd name="connsiteY3" fmla="*/ 1130019 h 226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0018" h="2260037">
                <a:moveTo>
                  <a:pt x="1130019" y="1130019"/>
                </a:moveTo>
                <a:cubicBezTo>
                  <a:pt x="1130019" y="506044"/>
                  <a:pt x="623974" y="0"/>
                  <a:pt x="0" y="0"/>
                </a:cubicBezTo>
                <a:lnTo>
                  <a:pt x="0" y="2260038"/>
                </a:lnTo>
                <a:cubicBezTo>
                  <a:pt x="623974" y="2260038"/>
                  <a:pt x="1130019" y="1754287"/>
                  <a:pt x="1130019" y="1130019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15" name="任意多边形: 形状 14"/>
          <p:cNvSpPr/>
          <p:nvPr userDrawn="1">
            <p:custDataLst>
              <p:tags r:id="rId5"/>
            </p:custDataLst>
          </p:nvPr>
        </p:nvSpPr>
        <p:spPr>
          <a:xfrm>
            <a:off x="10956925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6"/>
            </p:custDataLst>
          </p:nvPr>
        </p:nvSpPr>
        <p:spPr>
          <a:xfrm>
            <a:off x="11095355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7"/>
            </p:custDataLst>
          </p:nvPr>
        </p:nvSpPr>
        <p:spPr>
          <a:xfrm>
            <a:off x="11233151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8"/>
            </p:custDataLst>
          </p:nvPr>
        </p:nvSpPr>
        <p:spPr>
          <a:xfrm>
            <a:off x="11371580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9"/>
            </p:custDataLst>
          </p:nvPr>
        </p:nvSpPr>
        <p:spPr>
          <a:xfrm>
            <a:off x="11510011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0"/>
            </p:custDataLst>
          </p:nvPr>
        </p:nvSpPr>
        <p:spPr>
          <a:xfrm>
            <a:off x="11648440" y="24918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1"/>
            </p:custDataLst>
          </p:nvPr>
        </p:nvSpPr>
        <p:spPr>
          <a:xfrm>
            <a:off x="10956925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2"/>
            </p:custDataLst>
          </p:nvPr>
        </p:nvSpPr>
        <p:spPr>
          <a:xfrm>
            <a:off x="11095355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2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2"/>
                </a:cubicBezTo>
                <a:cubicBezTo>
                  <a:pt x="55152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3"/>
            </p:custDataLst>
          </p:nvPr>
        </p:nvSpPr>
        <p:spPr>
          <a:xfrm>
            <a:off x="11233151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14"/>
            </p:custDataLst>
          </p:nvPr>
        </p:nvSpPr>
        <p:spPr>
          <a:xfrm>
            <a:off x="11371580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5"/>
            </p:custDataLst>
          </p:nvPr>
        </p:nvSpPr>
        <p:spPr>
          <a:xfrm>
            <a:off x="11510011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16"/>
            </p:custDataLst>
          </p:nvPr>
        </p:nvSpPr>
        <p:spPr>
          <a:xfrm>
            <a:off x="11648440" y="2758519"/>
            <a:ext cx="46355" cy="34766"/>
          </a:xfrm>
          <a:custGeom>
            <a:avLst/>
            <a:gdLst>
              <a:gd name="connsiteX0" fmla="*/ 0 w 55151"/>
              <a:gd name="connsiteY0" fmla="*/ 27282 h 55151"/>
              <a:gd name="connsiteX1" fmla="*/ 27576 w 55151"/>
              <a:gd name="connsiteY1" fmla="*/ 0 h 55151"/>
              <a:gd name="connsiteX2" fmla="*/ 55151 w 55151"/>
              <a:gd name="connsiteY2" fmla="*/ 27282 h 55151"/>
              <a:gd name="connsiteX3" fmla="*/ 27576 w 55151"/>
              <a:gd name="connsiteY3" fmla="*/ 55151 h 55151"/>
              <a:gd name="connsiteX4" fmla="*/ 0 w 55151"/>
              <a:gd name="connsiteY4" fmla="*/ 27282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2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2"/>
                </a:cubicBezTo>
                <a:cubicBezTo>
                  <a:pt x="55151" y="42830"/>
                  <a:pt x="42830" y="55151"/>
                  <a:pt x="27576" y="55151"/>
                </a:cubicBezTo>
                <a:cubicBezTo>
                  <a:pt x="12028" y="55151"/>
                  <a:pt x="0" y="42830"/>
                  <a:pt x="0" y="27282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17"/>
            </p:custDataLst>
          </p:nvPr>
        </p:nvSpPr>
        <p:spPr>
          <a:xfrm>
            <a:off x="10956925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18"/>
            </p:custDataLst>
          </p:nvPr>
        </p:nvSpPr>
        <p:spPr>
          <a:xfrm>
            <a:off x="11095355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19"/>
            </p:custDataLst>
          </p:nvPr>
        </p:nvSpPr>
        <p:spPr>
          <a:xfrm>
            <a:off x="11233151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20"/>
            </p:custDataLst>
          </p:nvPr>
        </p:nvSpPr>
        <p:spPr>
          <a:xfrm>
            <a:off x="11371580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21"/>
            </p:custDataLst>
          </p:nvPr>
        </p:nvSpPr>
        <p:spPr>
          <a:xfrm>
            <a:off x="11510011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2"/>
            </p:custDataLst>
          </p:nvPr>
        </p:nvSpPr>
        <p:spPr>
          <a:xfrm>
            <a:off x="11648440" y="30245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1"/>
                  <a:pt x="42830" y="55152"/>
                  <a:pt x="27576" y="55152"/>
                </a:cubicBezTo>
                <a:cubicBezTo>
                  <a:pt x="12028" y="55152"/>
                  <a:pt x="0" y="42831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23"/>
            </p:custDataLst>
          </p:nvPr>
        </p:nvSpPr>
        <p:spPr>
          <a:xfrm>
            <a:off x="10956925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24"/>
            </p:custDataLst>
          </p:nvPr>
        </p:nvSpPr>
        <p:spPr>
          <a:xfrm>
            <a:off x="11095355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2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2" y="12028"/>
                  <a:pt x="55152" y="27283"/>
                </a:cubicBezTo>
                <a:cubicBezTo>
                  <a:pt x="55152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25"/>
            </p:custDataLst>
          </p:nvPr>
        </p:nvSpPr>
        <p:spPr>
          <a:xfrm>
            <a:off x="11233151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26"/>
            </p:custDataLst>
          </p:nvPr>
        </p:nvSpPr>
        <p:spPr>
          <a:xfrm>
            <a:off x="11371580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27"/>
            </p:custDataLst>
          </p:nvPr>
        </p:nvSpPr>
        <p:spPr>
          <a:xfrm>
            <a:off x="11510011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28"/>
            </p:custDataLst>
          </p:nvPr>
        </p:nvSpPr>
        <p:spPr>
          <a:xfrm>
            <a:off x="11648440" y="3291284"/>
            <a:ext cx="46355" cy="34766"/>
          </a:xfrm>
          <a:custGeom>
            <a:avLst/>
            <a:gdLst>
              <a:gd name="connsiteX0" fmla="*/ 0 w 55151"/>
              <a:gd name="connsiteY0" fmla="*/ 27283 h 55151"/>
              <a:gd name="connsiteX1" fmla="*/ 27576 w 55151"/>
              <a:gd name="connsiteY1" fmla="*/ 0 h 55151"/>
              <a:gd name="connsiteX2" fmla="*/ 55151 w 55151"/>
              <a:gd name="connsiteY2" fmla="*/ 27283 h 55151"/>
              <a:gd name="connsiteX3" fmla="*/ 27576 w 55151"/>
              <a:gd name="connsiteY3" fmla="*/ 55152 h 55151"/>
              <a:gd name="connsiteX4" fmla="*/ 0 w 55151"/>
              <a:gd name="connsiteY4" fmla="*/ 27283 h 55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51" h="55151">
                <a:moveTo>
                  <a:pt x="0" y="27283"/>
                </a:moveTo>
                <a:cubicBezTo>
                  <a:pt x="0" y="12028"/>
                  <a:pt x="12028" y="0"/>
                  <a:pt x="27576" y="0"/>
                </a:cubicBezTo>
                <a:cubicBezTo>
                  <a:pt x="42830" y="0"/>
                  <a:pt x="55151" y="12028"/>
                  <a:pt x="55151" y="27283"/>
                </a:cubicBezTo>
                <a:cubicBezTo>
                  <a:pt x="55151" y="42830"/>
                  <a:pt x="42830" y="55152"/>
                  <a:pt x="27576" y="55152"/>
                </a:cubicBezTo>
                <a:cubicBezTo>
                  <a:pt x="12028" y="55152"/>
                  <a:pt x="0" y="42830"/>
                  <a:pt x="0" y="27283"/>
                </a:cubicBez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>
              <a:noFill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29"/>
            </p:custDataLst>
          </p:nvPr>
        </p:nvSpPr>
        <p:spPr>
          <a:xfrm>
            <a:off x="0" y="5696299"/>
            <a:ext cx="1161701" cy="1161701"/>
          </a:xfrm>
          <a:custGeom>
            <a:avLst/>
            <a:gdLst>
              <a:gd name="connsiteX0" fmla="*/ 1161702 w 1161701"/>
              <a:gd name="connsiteY0" fmla="*/ 1161702 h 1161701"/>
              <a:gd name="connsiteX1" fmla="*/ 0 w 1161701"/>
              <a:gd name="connsiteY1" fmla="*/ 1161702 h 1161701"/>
              <a:gd name="connsiteX2" fmla="*/ 0 w 1161701"/>
              <a:gd name="connsiteY2" fmla="*/ 0 h 1161701"/>
              <a:gd name="connsiteX3" fmla="*/ 0 w 1161701"/>
              <a:gd name="connsiteY3" fmla="*/ 0 h 1161701"/>
              <a:gd name="connsiteX4" fmla="*/ 1161702 w 1161701"/>
              <a:gd name="connsiteY4" fmla="*/ 1161702 h 1161701"/>
              <a:gd name="connsiteX5" fmla="*/ 1161702 w 1161701"/>
              <a:gd name="connsiteY5" fmla="*/ 1161702 h 116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1701" h="1161701">
                <a:moveTo>
                  <a:pt x="1161702" y="1161702"/>
                </a:moveTo>
                <a:lnTo>
                  <a:pt x="0" y="1161702"/>
                </a:lnTo>
                <a:lnTo>
                  <a:pt x="0" y="0"/>
                </a:lnTo>
                <a:lnTo>
                  <a:pt x="0" y="0"/>
                </a:lnTo>
                <a:cubicBezTo>
                  <a:pt x="641576" y="0"/>
                  <a:pt x="1161702" y="520126"/>
                  <a:pt x="1161702" y="1161702"/>
                </a:cubicBezTo>
                <a:lnTo>
                  <a:pt x="1161702" y="1161702"/>
                </a:lnTo>
                <a:close/>
              </a:path>
            </a:pathLst>
          </a:custGeom>
          <a:solidFill>
            <a:schemeClr val="accent6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sp>
        <p:nvSpPr>
          <p:cNvPr id="45" name="任意多边形: 形状 44"/>
          <p:cNvSpPr/>
          <p:nvPr userDrawn="1">
            <p:custDataLst>
              <p:tags r:id="rId30"/>
            </p:custDataLst>
          </p:nvPr>
        </p:nvSpPr>
        <p:spPr>
          <a:xfrm>
            <a:off x="9381490" y="6158230"/>
            <a:ext cx="1045845" cy="699770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1"/>
          </a:solidFill>
          <a:ln w="29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015"/>
          </a:p>
        </p:txBody>
      </p:sp>
      <p:cxnSp>
        <p:nvCxnSpPr>
          <p:cNvPr id="10" name="直接连接符 9"/>
          <p:cNvCxnSpPr/>
          <p:nvPr userDrawn="1">
            <p:custDataLst>
              <p:tags r:id="rId31"/>
            </p:custDataLst>
          </p:nvPr>
        </p:nvCxnSpPr>
        <p:spPr>
          <a:xfrm>
            <a:off x="681622" y="1094868"/>
            <a:ext cx="10982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1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9336405" y="120650"/>
            <a:ext cx="2606040" cy="7747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tags" Target="../tags/tag157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95960" y="1127250"/>
            <a:ext cx="10800000" cy="54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95960" y="1833562"/>
            <a:ext cx="10800000" cy="365521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cxnSp>
        <p:nvCxnSpPr>
          <p:cNvPr id="14" name="直接连接符 13"/>
          <p:cNvCxnSpPr/>
          <p:nvPr userDrawn="1">
            <p:custDataLst>
              <p:tags r:id="rId10"/>
            </p:custDataLst>
          </p:nvPr>
        </p:nvCxnSpPr>
        <p:spPr>
          <a:xfrm>
            <a:off x="681622" y="1094868"/>
            <a:ext cx="1098232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39" name="任意多边形 1"/>
          <p:cNvSpPr/>
          <p:nvPr userDrawn="1">
            <p:custDataLst>
              <p:tags r:id="rId12"/>
            </p:custDataLst>
          </p:nvPr>
        </p:nvSpPr>
        <p:spPr>
          <a:xfrm>
            <a:off x="206375" y="5969564"/>
            <a:ext cx="1343382" cy="88907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16" h="1400">
                <a:moveTo>
                  <a:pt x="1058" y="0"/>
                </a:moveTo>
                <a:cubicBezTo>
                  <a:pt x="1570" y="0"/>
                  <a:pt x="1997" y="368"/>
                  <a:pt x="2096" y="857"/>
                </a:cubicBezTo>
                <a:lnTo>
                  <a:pt x="2116" y="1053"/>
                </a:lnTo>
                <a:lnTo>
                  <a:pt x="1762" y="1053"/>
                </a:lnTo>
                <a:lnTo>
                  <a:pt x="1762" y="1400"/>
                </a:lnTo>
                <a:lnTo>
                  <a:pt x="0" y="1400"/>
                </a:lnTo>
                <a:lnTo>
                  <a:pt x="0" y="1053"/>
                </a:lnTo>
                <a:lnTo>
                  <a:pt x="0" y="1053"/>
                </a:lnTo>
                <a:lnTo>
                  <a:pt x="20" y="857"/>
                </a:lnTo>
                <a:cubicBezTo>
                  <a:pt x="119" y="368"/>
                  <a:pt x="546" y="0"/>
                  <a:pt x="105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sz="1800"/>
          </a:p>
        </p:txBody>
      </p:sp>
      <p:cxnSp>
        <p:nvCxnSpPr>
          <p:cNvPr id="40" name="直接连接符 39"/>
          <p:cNvCxnSpPr/>
          <p:nvPr userDrawn="1">
            <p:custDataLst>
              <p:tags r:id="rId13"/>
            </p:custDataLst>
          </p:nvPr>
        </p:nvCxnSpPr>
        <p:spPr>
          <a:xfrm>
            <a:off x="1549757" y="6527800"/>
            <a:ext cx="8572143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任意多边形: 形状 40"/>
          <p:cNvSpPr/>
          <p:nvPr userDrawn="1">
            <p:custDataLst>
              <p:tags r:id="rId14"/>
            </p:custDataLst>
          </p:nvPr>
        </p:nvSpPr>
        <p:spPr>
          <a:xfrm>
            <a:off x="1075734" y="6426567"/>
            <a:ext cx="862759" cy="431379"/>
          </a:xfrm>
          <a:custGeom>
            <a:avLst/>
            <a:gdLst>
              <a:gd name="connsiteX0" fmla="*/ 523059 w 1046117"/>
              <a:gd name="connsiteY0" fmla="*/ 0 h 523058"/>
              <a:gd name="connsiteX1" fmla="*/ 0 w 1046117"/>
              <a:gd name="connsiteY1" fmla="*/ 523059 h 523058"/>
              <a:gd name="connsiteX2" fmla="*/ 1046118 w 1046117"/>
              <a:gd name="connsiteY2" fmla="*/ 523059 h 523058"/>
              <a:gd name="connsiteX3" fmla="*/ 523059 w 1046117"/>
              <a:gd name="connsiteY3" fmla="*/ 0 h 52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6117" h="523058">
                <a:moveTo>
                  <a:pt x="523059" y="0"/>
                </a:moveTo>
                <a:cubicBezTo>
                  <a:pt x="234100" y="0"/>
                  <a:pt x="0" y="234100"/>
                  <a:pt x="0" y="523059"/>
                </a:cubicBezTo>
                <a:lnTo>
                  <a:pt x="1046118" y="523059"/>
                </a:lnTo>
                <a:cubicBezTo>
                  <a:pt x="1045825" y="234100"/>
                  <a:pt x="811724" y="0"/>
                  <a:pt x="523059" y="0"/>
                </a:cubicBezTo>
                <a:close/>
              </a:path>
            </a:pathLst>
          </a:custGeom>
          <a:solidFill>
            <a:schemeClr val="accent2"/>
          </a:solidFill>
          <a:ln w="2934" cap="flat">
            <a:noFill/>
            <a:prstDash val="solid"/>
            <a:miter/>
          </a:ln>
        </p:spPr>
        <p:txBody>
          <a:bodyPr rtlCol="0" anchor="ctr"/>
          <a:p>
            <a:endParaRPr lang="zh-CN" altLang="en-US" sz="1800"/>
          </a:p>
        </p:txBody>
      </p:sp>
      <p:pic>
        <p:nvPicPr>
          <p:cNvPr id="4" name="图片 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36405" y="120650"/>
            <a:ext cx="2606040" cy="7747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5" Type="http://schemas.openxmlformats.org/officeDocument/2006/relationships/slideLayout" Target="../slideLayouts/slideLayout3.xml"/><Relationship Id="rId14" Type="http://schemas.openxmlformats.org/officeDocument/2006/relationships/tags" Target="../tags/tag172.xml"/><Relationship Id="rId13" Type="http://schemas.openxmlformats.org/officeDocument/2006/relationships/tags" Target="../tags/tag171.xml"/><Relationship Id="rId12" Type="http://schemas.openxmlformats.org/officeDocument/2006/relationships/tags" Target="../tags/tag170.xml"/><Relationship Id="rId11" Type="http://schemas.openxmlformats.org/officeDocument/2006/relationships/tags" Target="../tags/tag169.xml"/><Relationship Id="rId10" Type="http://schemas.openxmlformats.org/officeDocument/2006/relationships/tags" Target="../tags/tag168.xml"/><Relationship Id="rId1" Type="http://schemas.openxmlformats.org/officeDocument/2006/relationships/tags" Target="../tags/tag15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176.xml"/><Relationship Id="rId2" Type="http://schemas.openxmlformats.org/officeDocument/2006/relationships/image" Target="../media/image6.png"/><Relationship Id="rId1" Type="http://schemas.openxmlformats.org/officeDocument/2006/relationships/tags" Target="../tags/tag17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9.xml"/><Relationship Id="rId2" Type="http://schemas.openxmlformats.org/officeDocument/2006/relationships/image" Target="../media/image7.png"/><Relationship Id="rId1" Type="http://schemas.openxmlformats.org/officeDocument/2006/relationships/tags" Target="../tags/tag17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0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6.xml"/><Relationship Id="rId1" Type="http://schemas.openxmlformats.org/officeDocument/2006/relationships/tags" Target="../tags/tag18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8.xml"/><Relationship Id="rId1" Type="http://schemas.openxmlformats.org/officeDocument/2006/relationships/tags" Target="../tags/tag18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5.xml"/><Relationship Id="rId1" Type="http://schemas.openxmlformats.org/officeDocument/2006/relationships/tags" Target="../tags/tag19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97.xml"/><Relationship Id="rId1" Type="http://schemas.openxmlformats.org/officeDocument/2006/relationships/tags" Target="../tags/tag1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实验</a:t>
            </a:r>
            <a:r>
              <a:rPr lang="en-US" altLang="zh-CN"/>
              <a:t>8</a:t>
            </a:r>
            <a:r>
              <a:rPr lang="en-US" altLang="zh-CN"/>
              <a:t> </a:t>
            </a:r>
            <a:r>
              <a:rPr lang="zh-CN" altLang="zh-CN" dirty="0">
                <a:latin typeface="+mn-lt"/>
                <a:sym typeface="+mn-ea"/>
              </a:rPr>
              <a:t>抓取百度图片</a:t>
            </a:r>
            <a:endParaRPr lang="zh-CN" altLang="en-US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838200" y="3813810"/>
            <a:ext cx="10515600" cy="478790"/>
          </a:xfrm>
        </p:spPr>
        <p:txBody>
          <a:bodyPr/>
          <a:p>
            <a:r>
              <a:rPr lang="zh-CN" altLang="en-US">
                <a:solidFill>
                  <a:schemeClr val="tx1"/>
                </a:solidFill>
              </a:rPr>
              <a:t>软件与人工智能学院</a:t>
            </a:r>
            <a:r>
              <a:rPr lang="en-US" altLang="zh-CN">
                <a:solidFill>
                  <a:schemeClr val="tx1"/>
                </a:solidFill>
              </a:rPr>
              <a:t>     </a:t>
            </a:r>
            <a:r>
              <a:rPr lang="zh-CN" altLang="en-US">
                <a:solidFill>
                  <a:schemeClr val="tx1"/>
                </a:solidFill>
              </a:rPr>
              <a:t>饶嘉雯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1989109"/>
            <a:ext cx="1269252" cy="2688797"/>
          </a:xfrm>
        </p:spPr>
        <p:txBody>
          <a:bodyPr/>
          <a:lstStyle/>
          <a:p>
            <a:r>
              <a:rPr lang="zh-CN" altLang="en-US" dirty="0">
                <a:solidFill>
                  <a:schemeClr val="lt1">
                    <a:lumMod val="100000"/>
                  </a:schemeClr>
                </a:solidFill>
              </a:rPr>
              <a:t>目录</a:t>
            </a:r>
            <a:endParaRPr lang="zh-CN" altLang="en-US" dirty="0">
              <a:solidFill>
                <a:schemeClr val="lt1">
                  <a:lumMod val="100000"/>
                </a:schemeClr>
              </a:solidFill>
            </a:endParaRPr>
          </a:p>
        </p:txBody>
      </p:sp>
      <p:sp>
        <p:nvSpPr>
          <p:cNvPr id="13" name="序号"/>
          <p:cNvSpPr txBox="1"/>
          <p:nvPr>
            <p:custDataLst>
              <p:tags r:id="rId2"/>
            </p:custDataLst>
          </p:nvPr>
        </p:nvSpPr>
        <p:spPr>
          <a:xfrm>
            <a:off x="4080028" y="1455422"/>
            <a:ext cx="658495" cy="9820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/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01</a:t>
            </a:r>
            <a:endParaRPr lang="en-US" sz="2800" b="1" dirty="0">
              <a:solidFill>
                <a:schemeClr val="tx2">
                  <a:lumMod val="50000"/>
                  <a:lumOff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14" name="项标题"/>
          <p:cNvSpPr txBox="1"/>
          <p:nvPr>
            <p:custDataLst>
              <p:tags r:id="rId3"/>
            </p:custDataLst>
          </p:nvPr>
        </p:nvSpPr>
        <p:spPr>
          <a:xfrm>
            <a:off x="4872355" y="1456055"/>
            <a:ext cx="5001260" cy="981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程序功能介绍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任意多边形: 形状 14"/>
          <p:cNvSpPr/>
          <p:nvPr>
            <p:custDataLst>
              <p:tags r:id="rId4"/>
            </p:custDataLst>
          </p:nvPr>
        </p:nvSpPr>
        <p:spPr>
          <a:xfrm rot="5400000">
            <a:off x="3767243" y="1578931"/>
            <a:ext cx="278415" cy="154590"/>
          </a:xfrm>
          <a:custGeom>
            <a:avLst/>
            <a:gdLst>
              <a:gd name="connsiteX0" fmla="*/ 0 w 1435112"/>
              <a:gd name="connsiteY0" fmla="*/ 717556 h 717556"/>
              <a:gd name="connsiteX1" fmla="*/ 717556 w 1435112"/>
              <a:gd name="connsiteY1" fmla="*/ 0 h 717556"/>
              <a:gd name="connsiteX2" fmla="*/ 1435112 w 1435112"/>
              <a:gd name="connsiteY2" fmla="*/ 717556 h 71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5112" h="717556">
                <a:moveTo>
                  <a:pt x="0" y="717556"/>
                </a:moveTo>
                <a:lnTo>
                  <a:pt x="717556" y="0"/>
                </a:lnTo>
                <a:lnTo>
                  <a:pt x="1435112" y="717556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endParaRPr lang="zh-CN" altLang="en-US" sz="1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" name="任意多边形: 形状 15"/>
          <p:cNvSpPr/>
          <p:nvPr>
            <p:custDataLst>
              <p:tags r:id="rId5"/>
            </p:custDataLst>
          </p:nvPr>
        </p:nvSpPr>
        <p:spPr>
          <a:xfrm rot="5400000">
            <a:off x="3767243" y="2768237"/>
            <a:ext cx="278415" cy="154590"/>
          </a:xfrm>
          <a:custGeom>
            <a:avLst/>
            <a:gdLst>
              <a:gd name="connsiteX0" fmla="*/ 0 w 1435112"/>
              <a:gd name="connsiteY0" fmla="*/ 717556 h 717556"/>
              <a:gd name="connsiteX1" fmla="*/ 717556 w 1435112"/>
              <a:gd name="connsiteY1" fmla="*/ 0 h 717556"/>
              <a:gd name="connsiteX2" fmla="*/ 1435112 w 1435112"/>
              <a:gd name="connsiteY2" fmla="*/ 717556 h 71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5112" h="717556">
                <a:moveTo>
                  <a:pt x="0" y="717556"/>
                </a:moveTo>
                <a:lnTo>
                  <a:pt x="717556" y="0"/>
                </a:lnTo>
                <a:lnTo>
                  <a:pt x="1435112" y="717556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endParaRPr lang="zh-CN" altLang="en-US" sz="1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任意多边形: 形状 16"/>
          <p:cNvSpPr/>
          <p:nvPr>
            <p:custDataLst>
              <p:tags r:id="rId6"/>
            </p:custDataLst>
          </p:nvPr>
        </p:nvSpPr>
        <p:spPr>
          <a:xfrm rot="5400000">
            <a:off x="3767243" y="3957543"/>
            <a:ext cx="278415" cy="154590"/>
          </a:xfrm>
          <a:custGeom>
            <a:avLst/>
            <a:gdLst>
              <a:gd name="connsiteX0" fmla="*/ 0 w 1435112"/>
              <a:gd name="connsiteY0" fmla="*/ 717556 h 717556"/>
              <a:gd name="connsiteX1" fmla="*/ 717556 w 1435112"/>
              <a:gd name="connsiteY1" fmla="*/ 0 h 717556"/>
              <a:gd name="connsiteX2" fmla="*/ 1435112 w 1435112"/>
              <a:gd name="connsiteY2" fmla="*/ 717556 h 71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5112" h="717556">
                <a:moveTo>
                  <a:pt x="0" y="717556"/>
                </a:moveTo>
                <a:lnTo>
                  <a:pt x="717556" y="0"/>
                </a:lnTo>
                <a:lnTo>
                  <a:pt x="1435112" y="717556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endParaRPr lang="zh-CN" altLang="en-US" sz="1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任意多边形: 形状 17"/>
          <p:cNvSpPr/>
          <p:nvPr>
            <p:custDataLst>
              <p:tags r:id="rId7"/>
            </p:custDataLst>
          </p:nvPr>
        </p:nvSpPr>
        <p:spPr>
          <a:xfrm rot="5400000">
            <a:off x="3767243" y="5146850"/>
            <a:ext cx="278415" cy="154590"/>
          </a:xfrm>
          <a:custGeom>
            <a:avLst/>
            <a:gdLst>
              <a:gd name="connsiteX0" fmla="*/ 0 w 1435112"/>
              <a:gd name="connsiteY0" fmla="*/ 717556 h 717556"/>
              <a:gd name="connsiteX1" fmla="*/ 717556 w 1435112"/>
              <a:gd name="connsiteY1" fmla="*/ 0 h 717556"/>
              <a:gd name="connsiteX2" fmla="*/ 1435112 w 1435112"/>
              <a:gd name="connsiteY2" fmla="*/ 717556 h 71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5112" h="717556">
                <a:moveTo>
                  <a:pt x="0" y="717556"/>
                </a:moveTo>
                <a:lnTo>
                  <a:pt x="717556" y="0"/>
                </a:lnTo>
                <a:lnTo>
                  <a:pt x="1435112" y="717556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2934" cap="flat">
            <a:noFill/>
            <a:prstDash val="solid"/>
            <a:miter/>
          </a:ln>
        </p:spPr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endParaRPr lang="zh-CN" altLang="en-US" sz="1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9" name="序号"/>
          <p:cNvSpPr txBox="1"/>
          <p:nvPr>
            <p:custDataLst>
              <p:tags r:id="rId8"/>
            </p:custDataLst>
          </p:nvPr>
        </p:nvSpPr>
        <p:spPr>
          <a:xfrm>
            <a:off x="4080028" y="2641120"/>
            <a:ext cx="658495" cy="9820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/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02</a:t>
            </a:r>
            <a:endParaRPr lang="en-US" sz="2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0" name="项标题"/>
          <p:cNvSpPr txBox="1"/>
          <p:nvPr>
            <p:custDataLst>
              <p:tags r:id="rId9"/>
            </p:custDataLst>
          </p:nvPr>
        </p:nvSpPr>
        <p:spPr>
          <a:xfrm>
            <a:off x="4872576" y="2641755"/>
            <a:ext cx="4208896" cy="9817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程序设计的思路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1" name="序号"/>
          <p:cNvSpPr txBox="1"/>
          <p:nvPr>
            <p:custDataLst>
              <p:tags r:id="rId10"/>
            </p:custDataLst>
          </p:nvPr>
        </p:nvSpPr>
        <p:spPr>
          <a:xfrm>
            <a:off x="4080028" y="3826818"/>
            <a:ext cx="658495" cy="9820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/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03</a:t>
            </a:r>
            <a:endParaRPr lang="en-US" sz="2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2" name="项标题"/>
          <p:cNvSpPr txBox="1"/>
          <p:nvPr>
            <p:custDataLst>
              <p:tags r:id="rId11"/>
            </p:custDataLst>
          </p:nvPr>
        </p:nvSpPr>
        <p:spPr>
          <a:xfrm>
            <a:off x="4872576" y="3827453"/>
            <a:ext cx="4208896" cy="9817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关键技术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3" name="序号"/>
          <p:cNvSpPr txBox="1"/>
          <p:nvPr>
            <p:custDataLst>
              <p:tags r:id="rId12"/>
            </p:custDataLst>
          </p:nvPr>
        </p:nvSpPr>
        <p:spPr>
          <a:xfrm>
            <a:off x="4080028" y="5012515"/>
            <a:ext cx="658495" cy="9820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rmAutofit/>
            <a:scene3d>
              <a:camera prst="orthographicFront"/>
              <a:lightRig rig="threePt" dir="t"/>
            </a:scene3d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04</a:t>
            </a:r>
            <a:endParaRPr lang="en-US" sz="2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24" name="项标题"/>
          <p:cNvSpPr txBox="1"/>
          <p:nvPr>
            <p:custDataLst>
              <p:tags r:id="rId13"/>
            </p:custDataLst>
          </p:nvPr>
        </p:nvSpPr>
        <p:spPr>
          <a:xfrm>
            <a:off x="4872576" y="5013150"/>
            <a:ext cx="4208896" cy="9817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程序设计的步骤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1"/>
            </p:custDataLst>
          </p:nvPr>
        </p:nvSpPr>
        <p:spPr>
          <a:xfrm>
            <a:off x="10270349" y="2560320"/>
            <a:ext cx="1632479" cy="1869606"/>
          </a:xfrm>
        </p:spPr>
        <p:txBody>
          <a:bodyPr/>
          <a:lstStyle/>
          <a:p>
            <a:r>
              <a:rPr lang="en-US" altLang="zh-CN" dirty="0">
                <a:solidFill>
                  <a:schemeClr val="lt1">
                    <a:lumMod val="100000"/>
                  </a:schemeClr>
                </a:solidFill>
              </a:rPr>
              <a:t>01</a:t>
            </a:r>
            <a:endParaRPr lang="zh-CN" altLang="en-US" dirty="0">
              <a:solidFill>
                <a:schemeClr val="lt1">
                  <a:lumMod val="100000"/>
                </a:schemeClr>
              </a:solidFill>
            </a:endParaRPr>
          </a:p>
        </p:txBody>
      </p:sp>
      <p:sp>
        <p:nvSpPr>
          <p:cNvPr id="5" name="标题 4"/>
          <p:cNvSpPr/>
          <p:nvPr>
            <p:ph type="title"/>
          </p:nvPr>
        </p:nvSpPr>
        <p:spPr>
          <a:xfrm>
            <a:off x="1055688" y="2637155"/>
            <a:ext cx="8575675" cy="1546860"/>
          </a:xfrm>
        </p:spPr>
        <p:txBody>
          <a:bodyPr>
            <a:normAutofit/>
          </a:bodyPr>
          <a:p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sym typeface="+mn-ea"/>
              </a:rPr>
              <a:t>程序功能介绍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4260056" y="5095875"/>
            <a:ext cx="397311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effectLst/>
                <a:sym typeface="+mn-ea"/>
              </a:rPr>
              <a:t>8.1  </a:t>
            </a:r>
            <a:r>
              <a:rPr lang="zh-CN" altLang="en-US">
                <a:effectLst/>
                <a:sym typeface="+mn-ea"/>
              </a:rPr>
              <a:t>程序功能介绍</a:t>
            </a:r>
            <a:endParaRPr lang="zh-CN" altLang="en-US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5960" y="1340485"/>
            <a:ext cx="105797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 eaLnBrk="1" latinLnBrk="0" hangingPunct="1">
              <a:lnSpc>
                <a:spcPct val="150000"/>
              </a:lnSpc>
            </a:pPr>
            <a:r>
              <a:rPr lang="zh-CN" altLang="en-US" sz="240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使用网络爬虫技术爬取百度图片某主题图片（</a:t>
            </a:r>
            <a:r>
              <a:rPr lang="en-US" altLang="zh-CN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https://image.baidu.com/</a:t>
            </a:r>
            <a:r>
              <a:rPr lang="zh-CN" altLang="en-US" sz="240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），并保存至指定目录。运行效果如下</a:t>
            </a:r>
            <a:r>
              <a:rPr lang="zh-CN" altLang="en-US" sz="2400" dirty="0" smtClean="0">
                <a:highlight>
                  <a:srgbClr val="FFFF00"/>
                </a:highlight>
                <a:latin typeface="+mn-lt"/>
                <a:ea typeface="+mn-ea"/>
                <a:sym typeface="+mn-ea"/>
              </a:rPr>
              <a:t>（教材</a:t>
            </a:r>
            <a:r>
              <a:rPr lang="en-US" altLang="zh-CN" sz="2400" dirty="0" smtClean="0">
                <a:highlight>
                  <a:srgbClr val="FFFF00"/>
                </a:highlight>
                <a:latin typeface="+mn-lt"/>
                <a:ea typeface="+mn-ea"/>
                <a:sym typeface="+mn-ea"/>
              </a:rPr>
              <a:t>P242</a:t>
            </a:r>
            <a:r>
              <a:rPr lang="zh-CN" altLang="en-US" sz="2400" dirty="0" smtClean="0">
                <a:highlight>
                  <a:srgbClr val="FFFF00"/>
                </a:highlight>
                <a:latin typeface="+mn-lt"/>
                <a:ea typeface="+mn-ea"/>
                <a:sym typeface="+mn-ea"/>
              </a:rPr>
              <a:t>）</a:t>
            </a:r>
            <a:r>
              <a:rPr lang="zh-CN" altLang="en-US" sz="240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2400" dirty="0" err="1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860" y="2654935"/>
            <a:ext cx="8082280" cy="37699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lang="en-US" altLang="zh-CN"/>
              <a:t>02</a:t>
            </a:r>
            <a:endParaRPr lang="en-US" altLang="zh-CN"/>
          </a:p>
        </p:txBody>
      </p:sp>
      <p:sp>
        <p:nvSpPr>
          <p:cNvPr id="4" name="标题 3"/>
          <p:cNvSpPr/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程序设计的思路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effectLst/>
                <a:sym typeface="+mn-ea"/>
              </a:rPr>
              <a:t>8.2  </a:t>
            </a:r>
            <a:r>
              <a:rPr lang="zh-CN" altLang="en-US">
                <a:sym typeface="+mn-ea"/>
              </a:rPr>
              <a:t>程序设计的思路</a:t>
            </a:r>
            <a:endParaRPr lang="zh-CN" altLang="en-US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16050" y="1196975"/>
            <a:ext cx="7731760" cy="5077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针对即将爬取的网页图片，查看并分析网页源代码；</a:t>
            </a:r>
            <a:endParaRPr lang="zh-CN" altLang="zh-CN" sz="240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zh-CN" sz="240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zh-CN" sz="240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zh-CN" sz="240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zh-CN" sz="240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zh-CN" sz="240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l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发送请求并获取响应数据；</a:t>
            </a:r>
            <a:endParaRPr lang="zh-CN" altLang="en-US" sz="2400" dirty="0" err="1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l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根据对网页的分析来提取目标数据；</a:t>
            </a:r>
            <a:endParaRPr lang="zh-CN" altLang="en-US" sz="2400" dirty="0" err="1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l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根据图片的</a:t>
            </a:r>
            <a:r>
              <a:rPr lang="en-US" altLang="zh-CN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url</a:t>
            </a:r>
            <a:r>
              <a:rPr lang="zh-CN" altLang="en-US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，获取图片资源，并下载到本地。</a:t>
            </a:r>
            <a:endParaRPr lang="zh-CN" altLang="en-US" sz="2400" dirty="0" err="1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275" y="1844675"/>
            <a:ext cx="5382260" cy="27254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lang="en-US" altLang="zh-CN"/>
              <a:t>03</a:t>
            </a:r>
            <a:endParaRPr lang="en-US" altLang="zh-CN"/>
          </a:p>
        </p:txBody>
      </p:sp>
      <p:sp>
        <p:nvSpPr>
          <p:cNvPr id="6" name="标题 5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关键技术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671" b="4342"/>
          <a:stretch>
            <a:fillRect/>
          </a:stretch>
        </p:blipFill>
        <p:spPr>
          <a:xfrm>
            <a:off x="767715" y="2997200"/>
            <a:ext cx="10621645" cy="2952115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effectLst/>
                <a:sym typeface="+mn-ea"/>
              </a:rPr>
              <a:t>8.3  </a:t>
            </a:r>
            <a:r>
              <a:rPr lang="zh-CN" altLang="en-US">
                <a:sym typeface="+mn-ea"/>
              </a:rPr>
              <a:t>关键技术</a:t>
            </a:r>
            <a:endParaRPr lang="zh-CN" altLang="en-US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3570" y="1412875"/>
            <a:ext cx="34696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 </a:t>
            </a:r>
            <a:r>
              <a:rPr 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网络爬虫</a:t>
            </a:r>
            <a:endParaRPr lang="zh-CN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3660" y="1845310"/>
            <a:ext cx="9187180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网络爬虫就是模拟客户端发送网络请求，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一种按照一定的规则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获取响应数据，自动地抓取万维网信息的程序或脚本。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effectLst/>
                <a:sym typeface="+mn-ea"/>
              </a:rPr>
              <a:t>8.3  </a:t>
            </a:r>
            <a:r>
              <a:rPr lang="zh-CN" altLang="en-US">
                <a:sym typeface="+mn-ea"/>
              </a:rPr>
              <a:t>关键技术</a:t>
            </a:r>
            <a:endParaRPr lang="zh-CN" altLang="en-US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3570" y="1412875"/>
            <a:ext cx="3469640" cy="5505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requests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库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</a:pPr>
            <a:endParaRPr lang="en-US" altLang="zh-CN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27760" y="2061210"/>
            <a:ext cx="8080375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urllib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库类似，都是向服务器</a:t>
            </a:r>
            <a:r>
              <a:rPr lang="zh-CN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发送请求</a:t>
            </a:r>
            <a:r>
              <a:rPr 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并</a:t>
            </a:r>
            <a:r>
              <a:rPr lang="zh-CN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获取响应数据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56005" y="2646045"/>
            <a:ext cx="10251440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GET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请求：</a:t>
            </a:r>
            <a:r>
              <a:rPr 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reques</a:t>
            </a:r>
            <a:r>
              <a:rPr 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ts.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get(url[,headers])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headers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是请求头，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是客户端与服务器之间在发送请求和接收响应时传递的元数据。</a:t>
            </a:r>
            <a:endParaRPr lang="zh-CN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POST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请求：</a:t>
            </a:r>
            <a:r>
              <a:rPr 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requests.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post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(url[,data])</a:t>
            </a:r>
            <a:endParaRPr lang="zh-CN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effectLst/>
                <a:sym typeface="+mn-ea"/>
              </a:rPr>
              <a:t>8.3  </a:t>
            </a:r>
            <a:r>
              <a:rPr lang="zh-CN" altLang="en-US">
                <a:sym typeface="+mn-ea"/>
              </a:rPr>
              <a:t>关键技术</a:t>
            </a:r>
            <a:endParaRPr lang="zh-CN" altLang="en-US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3570" y="1412875"/>
            <a:ext cx="3469640" cy="5505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requests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库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</a:pPr>
            <a:endParaRPr lang="en-US" altLang="zh-CN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27760" y="2061210"/>
            <a:ext cx="7741285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requests.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get(url[,headers])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返回一个</a:t>
            </a:r>
            <a:r>
              <a:rPr lang="en-US" altLang="zh-CN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Response</a:t>
            </a:r>
            <a:r>
              <a:rPr lang="zh-CN" altLang="en-US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对象</a:t>
            </a:r>
            <a:endParaRPr lang="zh-CN" altLang="en-US" sz="24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56005" y="2564765"/>
            <a:ext cx="9511665" cy="396938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常见属性</a:t>
            </a:r>
            <a:endParaRPr lang="en-US" altLang="zh-CN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response.text: 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响应体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str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类型</a:t>
            </a:r>
            <a:endParaRPr lang="zh-CN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response.ecoding: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指定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查看响应体的字符编码</a:t>
            </a:r>
            <a:endParaRPr lang="zh-CN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response.content: 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响应体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bytes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类型（常用于图片保存）</a:t>
            </a:r>
            <a:endParaRPr lang="zh-CN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常见方法</a:t>
            </a:r>
            <a:endParaRPr lang="zh-CN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latinLnBrk="0" hangingPunct="1">
              <a:lnSpc>
                <a:spcPct val="150000"/>
              </a:lnSpc>
              <a:buNone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response.content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.decode()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：将字节内容解码为字符串</a:t>
            </a:r>
            <a:endParaRPr lang="zh-CN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  <a:buNone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response.json()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JSON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响应解析为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Python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对象</a:t>
            </a:r>
            <a:endParaRPr lang="zh-CN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effectLst/>
                <a:sym typeface="+mn-ea"/>
              </a:rPr>
              <a:t>8.3  </a:t>
            </a:r>
            <a:r>
              <a:rPr lang="zh-CN" altLang="en-US">
                <a:sym typeface="+mn-ea"/>
              </a:rPr>
              <a:t>关键技术</a:t>
            </a:r>
            <a:endParaRPr lang="zh-CN" altLang="en-US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3570" y="1412875"/>
            <a:ext cx="34696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BeautifulSoup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库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1225" y="1844675"/>
            <a:ext cx="1110488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 eaLnBrk="1" latinLnBrk="0" hangingPunct="1">
              <a:lnSpc>
                <a:spcPct val="150000"/>
              </a:lnSpc>
            </a:pPr>
            <a:r>
              <a:rPr lang="zh-CN" altLang="en-US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一个可以从</a:t>
            </a:r>
            <a:r>
              <a:rPr lang="en-US" altLang="zh-CN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HTML</a:t>
            </a:r>
            <a:r>
              <a:rPr lang="zh-CN" altLang="en-US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</a:t>
            </a:r>
            <a:r>
              <a:rPr lang="en-US" altLang="zh-CN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XML</a:t>
            </a:r>
            <a:r>
              <a:rPr lang="zh-CN" altLang="en-US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文件中</a:t>
            </a:r>
            <a:r>
              <a:rPr lang="zh-CN" altLang="en-US" sz="2400" dirty="0" err="1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提取数据</a:t>
            </a:r>
            <a:r>
              <a:rPr lang="zh-CN" altLang="en-US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工具</a:t>
            </a:r>
            <a:r>
              <a:rPr lang="zh-CN" altLang="en-US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，从</a:t>
            </a:r>
            <a:r>
              <a:rPr lang="en-US" altLang="zh-CN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bs4</a:t>
            </a:r>
            <a:r>
              <a:rPr lang="zh-CN" altLang="en-US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中导入。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BeautifulSoup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对象表示</a:t>
            </a:r>
            <a:r>
              <a:rPr lang="zh-CN" altLang="en-US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已解析的文档树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400" dirty="0" err="1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11860" y="3068955"/>
            <a:ext cx="10822940" cy="2991485"/>
          </a:xfrm>
          <a:prstGeom prst="rect">
            <a:avLst/>
          </a:prstGeom>
        </p:spPr>
        <p:txBody>
          <a:bodyPr wrap="square">
            <a:noAutofit/>
          </a:bodyPr>
          <a:p>
            <a:pPr marL="342900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创建对象：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BeautifulSoup(html_conte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nt, 'html.parser')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html_conte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nt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表示要解析的文档，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'html.parser'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是内置的解析工具。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常用方法：</a:t>
            </a:r>
            <a:endParaRPr lang="zh-CN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latinLnBrk="0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soup.</a:t>
            </a:r>
            <a:r>
              <a:rPr lang="en-US" altLang="zh-CN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find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(name, attrs)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：用于搜索文档树，返回</a:t>
            </a:r>
            <a:r>
              <a:rPr lang="en-US" altLang="zh-CN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Tag</a:t>
            </a:r>
            <a:r>
              <a:rPr lang="zh-CN" altLang="en-US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对象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name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表示要搜索的标签，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attrs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表示按照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Tag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标签属性值检索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latinLnBrk="0" hangingPunct="1">
              <a:lnSpc>
                <a:spcPct val="150000"/>
              </a:lnSpc>
              <a:buNone/>
            </a:pPr>
            <a:endParaRPr lang="en-US" altLang="zh-CN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effectLst/>
                <a:sym typeface="+mn-ea"/>
              </a:rPr>
              <a:t>8.3  </a:t>
            </a:r>
            <a:r>
              <a:rPr lang="zh-CN" altLang="en-US">
                <a:sym typeface="+mn-ea"/>
              </a:rPr>
              <a:t>关键技术</a:t>
            </a:r>
            <a:endParaRPr lang="zh-CN" altLang="en-US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3570" y="1412875"/>
            <a:ext cx="34696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BeautifulSoup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库</a:t>
            </a:r>
            <a:endParaRPr lang="zh-CN" altLang="en-US" sz="2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9470" y="1873250"/>
            <a:ext cx="10822940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eaLnBrk="1" latinLnBrk="0" hangingPunct="1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BeautifulSoup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将复杂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HTML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文档转成一个复杂的树形结构，每个节点都是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Python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对象，所有对象可以归纳为4种：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Tag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NavigableString、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BeautifulSoup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、Comment。</a:t>
            </a:r>
            <a:endParaRPr lang="zh-CN" altLang="en-US" sz="2400" dirty="0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1860" y="3572510"/>
            <a:ext cx="6449695" cy="733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Tag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：表示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HTML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中一个个</a:t>
            </a:r>
            <a:r>
              <a:rPr lang="zh-CN" altLang="en-US" sz="24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标签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。例如：</a:t>
            </a:r>
            <a:endParaRPr lang="zh-CN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 dirty="0" err="1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39470" y="4220845"/>
            <a:ext cx="1004824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eaLnBrk="1" latinLnBrk="0" hangingPunct="1">
              <a:lnSpc>
                <a:spcPct val="150000"/>
              </a:lnSpc>
              <a:buFontTx/>
              <a:buNone/>
            </a:pPr>
            <a:r>
              <a:rPr lang="en-US" altLang="zh-CN" sz="240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&lt;title&gt; The story of Monkey &lt;/title&gt;</a:t>
            </a:r>
            <a:endParaRPr lang="zh-CN" altLang="zh-CN" sz="240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eaLnBrk="1" latinLnBrk="0" hangingPunct="1">
              <a:lnSpc>
                <a:spcPct val="150000"/>
              </a:lnSpc>
              <a:buFontTx/>
              <a:buNone/>
            </a:pPr>
            <a:r>
              <a:rPr lang="en-US" altLang="zh-CN" sz="240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&lt;a href="http://example.com/elsie" id="link1"&gt;Elsie&lt;/a&gt;</a:t>
            </a:r>
            <a:endParaRPr lang="en-US" altLang="zh-CN" sz="2400" dirty="0" err="1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1860" y="5300980"/>
            <a:ext cx="909828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常用属性：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tag.name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：标签名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tag.attrs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：标签所有属性</a:t>
            </a:r>
            <a:endParaRPr lang="en-US" altLang="zh-CN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457200" eaLnBrk="1" latinLnBrk="0" hangingPunct="1">
              <a:lnSpc>
                <a:spcPct val="150000"/>
              </a:lnSpc>
              <a:buNone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tag.text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：标签中的文本内容</a:t>
            </a:r>
            <a:endParaRPr lang="zh-CN" altLang="en-US" sz="2400" dirty="0" err="1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r>
              <a:rPr lang="en-US" altLang="zh-CN"/>
              <a:t>04</a:t>
            </a:r>
            <a:endParaRPr lang="en-US" altLang="zh-CN"/>
          </a:p>
        </p:txBody>
      </p:sp>
      <p:sp>
        <p:nvSpPr>
          <p:cNvPr id="4" name="标题 3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程序设计的步骤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effectLst/>
                <a:sym typeface="+mn-ea"/>
              </a:rPr>
              <a:t>8.4  </a:t>
            </a:r>
            <a:r>
              <a:rPr lang="zh-CN" altLang="en-US">
                <a:sym typeface="+mn-ea"/>
              </a:rPr>
              <a:t>程序设计的步骤</a:t>
            </a:r>
            <a:endParaRPr lang="zh-CN" altLang="en-US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99515" y="1628775"/>
            <a:ext cx="10343515" cy="3415030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发送请求并获取响应数据</a:t>
            </a:r>
            <a:endParaRPr lang="zh-CN" altLang="en-US" sz="2400" dirty="0" err="1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url=f'https://image.baidu.com/search/acjson?tn=resultjson_com&amp;word=%E5%90%91%E6%97%A5%E8%91%B5&amp;ie=utf-8&amp;fp=result&amp;fr=&amp;ala=0&amp;applid=&amp;pn={page*30}&amp;rn=30&amp;nojc=0&amp;gsm=5a&amp;newReq=1'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latinLnBrk="0" hangingPunct="1">
              <a:lnSpc>
                <a:spcPct val="150000"/>
              </a:lnSpc>
            </a:pP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response = requests.get(url,headers=headers)</a:t>
            </a:r>
            <a:endParaRPr lang="en-US" altLang="zh-CN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>
                <a:effectLst/>
                <a:sym typeface="+mn-ea"/>
              </a:rPr>
              <a:t>8.4  </a:t>
            </a:r>
            <a:r>
              <a:rPr lang="zh-CN" altLang="en-US">
                <a:sym typeface="+mn-ea"/>
              </a:rPr>
              <a:t>程序设计的步骤</a:t>
            </a:r>
            <a:endParaRPr lang="zh-CN" altLang="en-US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59560" y="1217295"/>
            <a:ext cx="7028815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根据对网页的分析来提取目标数据</a:t>
            </a:r>
            <a:endParaRPr lang="zh-CN" altLang="en-US" sz="2400" dirty="0" err="1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dict = response.json()</a:t>
            </a:r>
            <a:endParaRPr lang="en-US" altLang="zh-CN" sz="2400" dirty="0" err="1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...</a:t>
            </a:r>
            <a:endParaRPr lang="en-US" altLang="zh-CN" sz="2400" dirty="0" err="1" smtClean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59560" y="2493010"/>
            <a:ext cx="8666480" cy="3454400"/>
          </a:xfrm>
          <a:prstGeom prst="rect">
            <a:avLst/>
          </a:prstGeom>
        </p:spPr>
        <p:txBody>
          <a:bodyPr wrap="square">
            <a:noAutofit/>
          </a:bodyPr>
          <a:p>
            <a:endParaRPr lang="en-US" altLang="zh-CN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根据图片的</a:t>
            </a:r>
            <a:r>
              <a:rPr lang="en-US" altLang="zh-CN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url</a:t>
            </a:r>
            <a:r>
              <a:rPr lang="zh-CN" altLang="en-US" sz="2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，获取图片资源，并下载到本地</a:t>
            </a:r>
            <a:endParaRPr lang="zh-CN" altLang="en-US" sz="2400" dirty="0" err="1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algn="l" eaLnBrk="1" latinLnBrk="0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 data in data_images:</a:t>
            </a:r>
            <a:endParaRPr lang="en-US" altLang="zh-CN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 eaLnBrk="1" latinLnBrk="0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# print(data['objurl'])</a:t>
            </a:r>
            <a:endParaRPr lang="en-US" altLang="zh-CN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 eaLnBrk="1" latinLnBrk="0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image_byte=requests.get(data['objurl']).content</a:t>
            </a:r>
            <a:endParaRPr lang="en-US" altLang="zh-CN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 eaLnBrk="1" latinLnBrk="0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</a:t>
            </a:r>
            <a:endParaRPr lang="en-US" altLang="zh-CN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8688705" y="2205355"/>
            <a:ext cx="1604010" cy="579120"/>
          </a:xfrm>
          <a:prstGeom prst="wedgeRoundRectCallout">
            <a:avLst>
              <a:gd name="adj1" fmla="val -65122"/>
              <a:gd name="adj2" fmla="val 42105"/>
              <a:gd name="adj3" fmla="val 16667"/>
            </a:avLst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p>
            <a:pPr marL="0" indent="0" eaLnBrk="1" latinLnBrk="0" hangingPunct="1">
              <a:lnSpc>
                <a:spcPct val="100000"/>
              </a:lnSpc>
              <a:spcBef>
                <a:spcPct val="0"/>
              </a:spcBef>
              <a:buFont typeface="Wingdings" panose="05000000000000000000" charset="0"/>
              <a:buNone/>
            </a:pPr>
            <a:r>
              <a:rPr lang="zh-CN" altLang="en-US" sz="2400" b="1" dirty="0" smtClean="0">
                <a:ln>
                  <a:noFill/>
                </a:ln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补全代码</a:t>
            </a:r>
            <a:endParaRPr kumimoji="0" lang="en-US" altLang="zh-CN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流程图: 多文档 4"/>
          <p:cNvSpPr/>
          <p:nvPr/>
        </p:nvSpPr>
        <p:spPr>
          <a:xfrm>
            <a:off x="9003665" y="5102225"/>
            <a:ext cx="2778125" cy="968375"/>
          </a:xfrm>
          <a:prstGeom prst="flowChartMultidocument">
            <a:avLst/>
          </a:prstGeom>
          <a:noFill/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20505" y="5401945"/>
            <a:ext cx="2204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完成实验任务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5" grpId="0" bldLvl="0" animBg="1"/>
      <p:bldP spid="5" grpId="1" animBg="1"/>
      <p:bldP spid="8" grpId="0"/>
      <p:bldP spid="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95960" y="450215"/>
            <a:ext cx="1114425" cy="5397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sym typeface="+mn-ea"/>
              </a:rPr>
              <a:t>小结</a:t>
            </a:r>
            <a:endParaRPr lang="zh-CN" altLang="en-US" sz="3200" dirty="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91995" y="2421255"/>
            <a:ext cx="7625715" cy="190055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lnSpc>
                <a:spcPct val="150000"/>
              </a:lnSpc>
              <a:spcBef>
                <a:spcPct val="20000"/>
              </a:spcBef>
              <a:buClrTx/>
              <a:buSzTx/>
              <a:buNone/>
            </a:pPr>
            <a:r>
              <a:rPr lang="en-US" altLang="zh-CN" sz="2400" dirty="0">
                <a:latin typeface="+mn-lt"/>
                <a:ea typeface="+mn-ea"/>
              </a:rPr>
              <a:t>(1)</a:t>
            </a:r>
            <a:r>
              <a:rPr lang="zh-CN" altLang="en-US" sz="2400" dirty="0">
                <a:latin typeface="+mn-lt"/>
                <a:ea typeface="+mn-ea"/>
              </a:rPr>
              <a:t>了解网络爬虫的基本概念和工作原理</a:t>
            </a:r>
            <a:endParaRPr lang="zh-CN" altLang="en-US" sz="2400" dirty="0">
              <a:latin typeface="+mn-lt"/>
              <a:ea typeface="+mn-ea"/>
            </a:endParaRPr>
          </a:p>
          <a:p>
            <a:pPr algn="l">
              <a:lnSpc>
                <a:spcPct val="150000"/>
              </a:lnSpc>
              <a:spcBef>
                <a:spcPct val="20000"/>
              </a:spcBef>
              <a:buClrTx/>
              <a:buSzTx/>
              <a:buNone/>
            </a:pPr>
            <a:r>
              <a:rPr lang="en-US" altLang="zh-CN" sz="2400" dirty="0">
                <a:latin typeface="+mn-lt"/>
                <a:ea typeface="+mn-ea"/>
              </a:rPr>
              <a:t>(2)</a:t>
            </a:r>
            <a:r>
              <a:rPr lang="zh-CN" altLang="en-US" sz="2400" dirty="0">
                <a:latin typeface="+mn-lt"/>
                <a:ea typeface="+mn-ea"/>
              </a:rPr>
              <a:t>理解</a:t>
            </a:r>
            <a:r>
              <a:rPr lang="en-US" altLang="zh-CN" sz="2400" dirty="0">
                <a:latin typeface="+mn-lt"/>
                <a:ea typeface="+mn-ea"/>
              </a:rPr>
              <a:t>BeautifulSoup</a:t>
            </a:r>
            <a:r>
              <a:rPr lang="zh-CN" altLang="en-US" sz="2400" dirty="0">
                <a:latin typeface="+mn-lt"/>
                <a:ea typeface="+mn-ea"/>
              </a:rPr>
              <a:t>库解析</a:t>
            </a:r>
            <a:r>
              <a:rPr lang="en-US" altLang="zh-CN" sz="2400" dirty="0">
                <a:latin typeface="+mn-lt"/>
                <a:ea typeface="+mn-ea"/>
              </a:rPr>
              <a:t>HTML</a:t>
            </a:r>
            <a:r>
              <a:rPr lang="zh-CN" altLang="en-US" sz="2400" dirty="0">
                <a:latin typeface="+mn-lt"/>
                <a:ea typeface="+mn-ea"/>
              </a:rPr>
              <a:t>文档的功能</a:t>
            </a:r>
            <a:endParaRPr lang="zh-CN" altLang="en-US" sz="2400" dirty="0">
              <a:latin typeface="+mn-lt"/>
              <a:ea typeface="+mn-ea"/>
            </a:endParaRPr>
          </a:p>
          <a:p>
            <a:pPr algn="l">
              <a:lnSpc>
                <a:spcPct val="150000"/>
              </a:lnSpc>
              <a:spcBef>
                <a:spcPct val="20000"/>
              </a:spcBef>
              <a:buClrTx/>
              <a:buSzTx/>
              <a:buNone/>
            </a:pPr>
            <a:r>
              <a:rPr lang="en-US" altLang="zh-CN" sz="2400" dirty="0">
                <a:latin typeface="+mn-lt"/>
                <a:ea typeface="+mn-ea"/>
              </a:rPr>
              <a:t>(3)</a:t>
            </a:r>
            <a:r>
              <a:rPr lang="zh-CN" altLang="en-US" sz="2400" dirty="0">
                <a:latin typeface="+mn-lt"/>
                <a:ea typeface="+mn-ea"/>
              </a:rPr>
              <a:t>掌握使用</a:t>
            </a:r>
            <a:r>
              <a:rPr lang="en-US" altLang="zh-CN" sz="2400" dirty="0">
                <a:latin typeface="+mn-lt"/>
                <a:ea typeface="+mn-ea"/>
              </a:rPr>
              <a:t>requests</a:t>
            </a:r>
            <a:r>
              <a:rPr lang="zh-CN" altLang="en-US" sz="2400" dirty="0">
                <a:latin typeface="+mn-lt"/>
                <a:ea typeface="+mn-ea"/>
              </a:rPr>
              <a:t>库获取网页内容的基本方法</a:t>
            </a:r>
            <a:endParaRPr lang="zh-CN" altLang="en-US" sz="2400" dirty="0">
              <a:latin typeface="+mn-lt"/>
              <a:ea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9"/>
  <p:tag name="KSO_WM_UNIT_LAYERLEVEL" val="1"/>
  <p:tag name="KSO_WM_TAG_VERSION" val="1.0"/>
  <p:tag name="KSO_WM_BEAUTIFY_FLAG" val="#wm#"/>
  <p:tag name="KSO_WM_UNIT_TYPE" val="i"/>
  <p:tag name="KSO_WM_UNIT_INDEX" val="29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1"/>
  <p:tag name="KSO_WM_UNIT_LAYERLEVEL" val="1"/>
  <p:tag name="KSO_WM_TAG_VERSION" val="1.0"/>
  <p:tag name="KSO_WM_BEAUTIFY_FLAG" val="#wm#"/>
  <p:tag name="KSO_WM_UNIT_TYPE" val="i"/>
  <p:tag name="KSO_WM_UNIT_INDEX" val="31"/>
</p:tagLst>
</file>

<file path=ppt/tags/tag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2"/>
  <p:tag name="KSO_WM_UNIT_LAYERLEVEL" val="1"/>
  <p:tag name="KSO_WM_TAG_VERSION" val="1.0"/>
  <p:tag name="KSO_WM_UNIT_TYPE" val="i"/>
  <p:tag name="KSO_WM_UNIT_INDEX" val="32"/>
</p:tagLst>
</file>

<file path=ppt/tags/tag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3"/>
  <p:tag name="KSO_WM_UNIT_LAYERLEVEL" val="1"/>
  <p:tag name="KSO_WM_TAG_VERSION" val="1.0"/>
  <p:tag name="KSO_WM_UNIT_TYPE" val="i"/>
  <p:tag name="KSO_WM_UNIT_INDEX" val="33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4"/>
  <p:tag name="KSO_WM_UNIT_LAYERLEVEL" val="1"/>
  <p:tag name="KSO_WM_TAG_VERSION" val="1.0"/>
  <p:tag name="KSO_WM_UNIT_TYPE" val="i"/>
  <p:tag name="KSO_WM_UNIT_INDEX" val="34"/>
</p:tagLst>
</file>

<file path=ppt/tags/tag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5"/>
  <p:tag name="KSO_WM_UNIT_LAYERLEVEL" val="1"/>
  <p:tag name="KSO_WM_TAG_VERSION" val="1.0"/>
  <p:tag name="KSO_WM_UNIT_TYPE" val="i"/>
  <p:tag name="KSO_WM_UNIT_INDEX" val="35"/>
</p:tagLst>
</file>

<file path=ppt/tags/tag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6"/>
  <p:tag name="KSO_WM_UNIT_LAYERLEVEL" val="1"/>
  <p:tag name="KSO_WM_TAG_VERSION" val="1.0"/>
  <p:tag name="KSO_WM_UNIT_TYPE" val="i"/>
  <p:tag name="KSO_WM_UNIT_INDEX" val="36"/>
</p:tagLst>
</file>

<file path=ppt/tags/tag3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7"/>
  <p:tag name="KSO_WM_UNIT_LAYERLEVEL" val="1"/>
  <p:tag name="KSO_WM_TAG_VERSION" val="1.0"/>
  <p:tag name="KSO_WM_UNIT_TYPE" val="i"/>
  <p:tag name="KSO_WM_UNIT_INDEX" val="37"/>
</p:tagLst>
</file>

<file path=ppt/tags/tag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8"/>
  <p:tag name="KSO_WM_UNIT_LAYERLEVEL" val="1"/>
  <p:tag name="KSO_WM_TAG_VERSION" val="1.0"/>
  <p:tag name="KSO_WM_UNIT_TYPE" val="i"/>
  <p:tag name="KSO_WM_UNIT_INDEX" val="38"/>
</p:tagLst>
</file>

<file path=ppt/tags/tag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39"/>
  <p:tag name="KSO_WM_UNIT_LAYERLEVEL" val="1"/>
  <p:tag name="KSO_WM_TAG_VERSION" val="1.0"/>
  <p:tag name="KSO_WM_UNIT_TYPE" val="i"/>
  <p:tag name="KSO_WM_UNIT_INDEX" val="39"/>
</p:tagLst>
</file>

<file path=ppt/tags/tag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0"/>
  <p:tag name="KSO_WM_UNIT_LAYERLEVEL" val="1"/>
  <p:tag name="KSO_WM_TAG_VERSION" val="1.0"/>
  <p:tag name="KSO_WM_UNIT_TYPE" val="i"/>
  <p:tag name="KSO_WM_UNIT_INDEX" val="40"/>
</p:tagLst>
</file>

<file path=ppt/tags/tag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1"/>
  <p:tag name="KSO_WM_UNIT_LAYERLEVEL" val="1"/>
  <p:tag name="KSO_WM_TAG_VERSION" val="1.0"/>
  <p:tag name="KSO_WM_UNIT_TYPE" val="i"/>
  <p:tag name="KSO_WM_UNIT_INDEX" val="41"/>
</p:tagLst>
</file>

<file path=ppt/tags/tag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2"/>
  <p:tag name="KSO_WM_UNIT_LAYERLEVEL" val="1"/>
  <p:tag name="KSO_WM_TAG_VERSION" val="1.0"/>
  <p:tag name="KSO_WM_UNIT_TYPE" val="i"/>
  <p:tag name="KSO_WM_UNIT_INDEX" val="42"/>
</p:tagLst>
</file>

<file path=ppt/tags/tag4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3"/>
  <p:tag name="KSO_WM_UNIT_LAYERLEVEL" val="1"/>
  <p:tag name="KSO_WM_TAG_VERSION" val="1.0"/>
  <p:tag name="KSO_WM_UNIT_TYPE" val="i"/>
  <p:tag name="KSO_WM_UNIT_INDEX" val="43"/>
</p:tagLst>
</file>

<file path=ppt/tags/tag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4"/>
  <p:tag name="KSO_WM_UNIT_LAYERLEVEL" val="1"/>
  <p:tag name="KSO_WM_TAG_VERSION" val="1.0"/>
  <p:tag name="KSO_WM_UNIT_TYPE" val="i"/>
  <p:tag name="KSO_WM_UNIT_INDEX" val="44"/>
</p:tagLst>
</file>

<file path=ppt/tags/tag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5"/>
  <p:tag name="KSO_WM_UNIT_LAYERLEVEL" val="1"/>
  <p:tag name="KSO_WM_TAG_VERSION" val="1.0"/>
  <p:tag name="KSO_WM_UNIT_TYPE" val="i"/>
  <p:tag name="KSO_WM_UNIT_INDEX" val="45"/>
</p:tagLst>
</file>

<file path=ppt/tags/tag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6"/>
  <p:tag name="KSO_WM_UNIT_LAYERLEVEL" val="1"/>
  <p:tag name="KSO_WM_TAG_VERSION" val="1.0"/>
  <p:tag name="KSO_WM_UNIT_TYPE" val="i"/>
  <p:tag name="KSO_WM_UNIT_INDEX" val="46"/>
</p:tagLst>
</file>

<file path=ppt/tags/tag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7"/>
  <p:tag name="KSO_WM_UNIT_LAYERLEVEL" val="1"/>
  <p:tag name="KSO_WM_TAG_VERSION" val="1.0"/>
  <p:tag name="KSO_WM_UNIT_TYPE" val="i"/>
  <p:tag name="KSO_WM_UNIT_INDEX" val="47"/>
</p:tagLst>
</file>

<file path=ppt/tags/tag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8"/>
  <p:tag name="KSO_WM_UNIT_LAYERLEVEL" val="1"/>
  <p:tag name="KSO_WM_TAG_VERSION" val="1.0"/>
  <p:tag name="KSO_WM_UNIT_TYPE" val="i"/>
  <p:tag name="KSO_WM_UNIT_INDEX" val="48"/>
</p:tagLst>
</file>

<file path=ppt/tags/tag4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49"/>
  <p:tag name="KSO_WM_UNIT_LAYERLEVEL" val="1"/>
  <p:tag name="KSO_WM_TAG_VERSION" val="1.0"/>
  <p:tag name="KSO_WM_UNIT_TYPE" val="i"/>
  <p:tag name="KSO_WM_UNIT_INDEX" val="49"/>
</p:tagLst>
</file>

<file path=ppt/tags/tag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0"/>
  <p:tag name="KSO_WM_UNIT_LAYERLEVEL" val="1"/>
  <p:tag name="KSO_WM_TAG_VERSION" val="1.0"/>
  <p:tag name="KSO_WM_UNIT_TYPE" val="i"/>
  <p:tag name="KSO_WM_UNIT_INDEX" val="50"/>
</p:tagLst>
</file>

<file path=ppt/tags/tag5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1"/>
  <p:tag name="KSO_WM_UNIT_LAYERLEVEL" val="1"/>
  <p:tag name="KSO_WM_TAG_VERSION" val="1.0"/>
  <p:tag name="KSO_WM_UNIT_TYPE" val="i"/>
  <p:tag name="KSO_WM_UNIT_INDEX" val="51"/>
</p:tagLst>
</file>

<file path=ppt/tags/tag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2"/>
  <p:tag name="KSO_WM_UNIT_LAYERLEVEL" val="1"/>
  <p:tag name="KSO_WM_TAG_VERSION" val="1.0"/>
  <p:tag name="KSO_WM_UNIT_TYPE" val="i"/>
  <p:tag name="KSO_WM_UNIT_INDEX" val="52"/>
</p:tagLst>
</file>

<file path=ppt/tags/tag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3"/>
  <p:tag name="KSO_WM_UNIT_LAYERLEVEL" val="1"/>
  <p:tag name="KSO_WM_TAG_VERSION" val="1.0"/>
  <p:tag name="KSO_WM_UNIT_TYPE" val="i"/>
  <p:tag name="KSO_WM_UNIT_INDEX" val="53"/>
</p:tagLst>
</file>

<file path=ppt/tags/tag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4"/>
  <p:tag name="KSO_WM_UNIT_LAYERLEVEL" val="1"/>
  <p:tag name="KSO_WM_TAG_VERSION" val="1.0"/>
  <p:tag name="KSO_WM_UNIT_TYPE" val="i"/>
  <p:tag name="KSO_WM_UNIT_INDEX" val="54"/>
</p:tagLst>
</file>

<file path=ppt/tags/tag5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5"/>
  <p:tag name="KSO_WM_UNIT_LAYERLEVEL" val="1"/>
  <p:tag name="KSO_WM_TAG_VERSION" val="1.0"/>
  <p:tag name="KSO_WM_UNIT_TYPE" val="i"/>
  <p:tag name="KSO_WM_UNIT_INDEX" val="55"/>
</p:tagLst>
</file>

<file path=ppt/tags/tag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56"/>
  <p:tag name="KSO_WM_UNIT_LAYERLEVEL" val="1"/>
  <p:tag name="KSO_WM_TAG_VERSION" val="1.0"/>
  <p:tag name="KSO_WM_UNIT_TYPE" val="i"/>
  <p:tag name="KSO_WM_UNIT_INDEX" val="56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585"/>
  <p:tag name="KSO_WM_UNIT_TYPE" val="f"/>
  <p:tag name="KSO_WM_UNIT_INDEX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1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11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1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1.0"/>
  <p:tag name="KSO_WM_BEAUTIFY_FLAG" val="#wm#"/>
  <p:tag name="KSO_WM_UNIT_TYPE" val="i"/>
  <p:tag name="KSO_WM_UNIT_INDEX" val="7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1.0"/>
  <p:tag name="KSO_WM_BEAUTIFY_FLAG" val="#wm#"/>
  <p:tag name="KSO_WM_UNIT_TYPE" val="i"/>
  <p:tag name="KSO_WM_UNIT_INDEX" val="1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1.0"/>
  <p:tag name="KSO_WM_BEAUTIFY_FLAG" val="#wm#"/>
  <p:tag name="KSO_WM_UNIT_TYPE" val="i"/>
  <p:tag name="KSO_WM_UNIT_INDEX" val="13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1.0"/>
  <p:tag name="KSO_WM_BEAUTIFY_FLAG" val="#wm#"/>
  <p:tag name="KSO_WM_UNIT_TYPE" val="i"/>
  <p:tag name="KSO_WM_UNIT_INDEX" val="14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1.0"/>
  <p:tag name="KSO_WM_BEAUTIFY_FLAG" val="#wm#"/>
  <p:tag name="KSO_WM_UNIT_TYPE" val="i"/>
  <p:tag name="KSO_WM_UNIT_INDEX" val="15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1.0"/>
  <p:tag name="KSO_WM_BEAUTIFY_FLAG" val="#wm#"/>
  <p:tag name="KSO_WM_UNIT_TYPE" val="i"/>
  <p:tag name="KSO_WM_UNIT_INDEX" val="16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7"/>
  <p:tag name="KSO_WM_UNIT_LAYERLEVEL" val="1"/>
  <p:tag name="KSO_WM_TAG_VERSION" val="1.0"/>
  <p:tag name="KSO_WM_BEAUTIFY_FLAG" val="#wm#"/>
  <p:tag name="KSO_WM_UNIT_TYPE" val="i"/>
  <p:tag name="KSO_WM_UNIT_INDEX" val="17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8"/>
  <p:tag name="KSO_WM_UNIT_LAYERLEVEL" val="1"/>
  <p:tag name="KSO_WM_TAG_VERSION" val="1.0"/>
  <p:tag name="KSO_WM_BEAUTIFY_FLAG" val="#wm#"/>
  <p:tag name="KSO_WM_UNIT_TYPE" val="i"/>
  <p:tag name="KSO_WM_UNIT_INDEX" val="18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9"/>
  <p:tag name="KSO_WM_UNIT_LAYERLEVEL" val="1"/>
  <p:tag name="KSO_WM_TAG_VERSION" val="1.0"/>
  <p:tag name="KSO_WM_BEAUTIFY_FLAG" val="#wm#"/>
  <p:tag name="KSO_WM_UNIT_TYPE" val="i"/>
  <p:tag name="KSO_WM_UNIT_INDEX" val="19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0"/>
  <p:tag name="KSO_WM_UNIT_LAYERLEVEL" val="1"/>
  <p:tag name="KSO_WM_TAG_VERSION" val="1.0"/>
  <p:tag name="KSO_WM_BEAUTIFY_FLAG" val="#wm#"/>
  <p:tag name="KSO_WM_UNIT_TYPE" val="i"/>
  <p:tag name="KSO_WM_UNIT_INDEX" val="20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1"/>
  <p:tag name="KSO_WM_UNIT_LAYERLEVEL" val="1"/>
  <p:tag name="KSO_WM_TAG_VERSION" val="1.0"/>
  <p:tag name="KSO_WM_BEAUTIFY_FLAG" val="#wm#"/>
  <p:tag name="KSO_WM_UNIT_TYPE" val="i"/>
  <p:tag name="KSO_WM_UNIT_INDEX" val="2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2"/>
  <p:tag name="KSO_WM_UNIT_LAYERLEVEL" val="1"/>
  <p:tag name="KSO_WM_TAG_VERSION" val="1.0"/>
  <p:tag name="KSO_WM_BEAUTIFY_FLAG" val="#wm#"/>
  <p:tag name="KSO_WM_UNIT_TYPE" val="i"/>
  <p:tag name="KSO_WM_UNIT_INDEX" val="2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3"/>
  <p:tag name="KSO_WM_UNIT_LAYERLEVEL" val="1"/>
  <p:tag name="KSO_WM_TAG_VERSION" val="1.0"/>
  <p:tag name="KSO_WM_BEAUTIFY_FLAG" val="#wm#"/>
  <p:tag name="KSO_WM_UNIT_TYPE" val="i"/>
  <p:tag name="KSO_WM_UNIT_INDEX" val="23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4"/>
  <p:tag name="KSO_WM_UNIT_LAYERLEVEL" val="1"/>
  <p:tag name="KSO_WM_TAG_VERSION" val="1.0"/>
  <p:tag name="KSO_WM_BEAUTIFY_FLAG" val="#wm#"/>
  <p:tag name="KSO_WM_UNIT_TYPE" val="i"/>
  <p:tag name="KSO_WM_UNIT_INDEX" val="24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5"/>
  <p:tag name="KSO_WM_UNIT_LAYERLEVEL" val="1"/>
  <p:tag name="KSO_WM_TAG_VERSION" val="1.0"/>
  <p:tag name="KSO_WM_BEAUTIFY_FLAG" val="#wm#"/>
  <p:tag name="KSO_WM_UNIT_TYPE" val="i"/>
  <p:tag name="KSO_WM_UNIT_INDEX" val="25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9"/>
  <p:tag name="KSO_WM_UNIT_LAYERLEVEL" val="1"/>
  <p:tag name="KSO_WM_TAG_VERSION" val="1.0"/>
  <p:tag name="KSO_WM_BEAUTIFY_FLAG" val="#wm#"/>
  <p:tag name="KSO_WM_UNIT_TYPE" val="i"/>
  <p:tag name="KSO_WM_UNIT_INDEX" val="29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1"/>
  <p:tag name="KSO_WM_UNIT_LAYERLEVEL" val="1"/>
  <p:tag name="KSO_WM_TAG_VERSION" val="1.0"/>
  <p:tag name="KSO_WM_BEAUTIFY_FLAG" val="#wm#"/>
  <p:tag name="KSO_WM_UNIT_TYPE" val="i"/>
  <p:tag name="KSO_WM_UNIT_INDEX" val="3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996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996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15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1.0"/>
  <p:tag name="KSO_WM_BEAUTIFY_FLAG" val="#wm#"/>
  <p:tag name="KSO_WM_TEMPLATE_CATEGORY" val="custom"/>
  <p:tag name="KSO_WM_TEMPLATE_INDEX" val="20230996"/>
  <p:tag name="KSO_WM_TEMPLATE_THUMBS_INDEX" val="1、9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6"/>
  <p:tag name="KSO_WM_UNIT_LAYERLEVEL" val="1"/>
  <p:tag name="KSO_WM_TAG_VERSION" val="1.0"/>
  <p:tag name="KSO_WM_BEAUTIFY_FLAG" val="#wm#"/>
  <p:tag name="KSO_WM_UNIT_TYPE" val="i"/>
  <p:tag name="KSO_WM_UNIT_INDEX" val="26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7"/>
  <p:tag name="KSO_WM_UNIT_LAYERLEVEL" val="1"/>
  <p:tag name="KSO_WM_TAG_VERSION" val="1.0"/>
  <p:tag name="KSO_WM_BEAUTIFY_FLAG" val="#wm#"/>
  <p:tag name="KSO_WM_UNIT_TYPE" val="i"/>
  <p:tag name="KSO_WM_UNIT_INDEX" val="27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8"/>
  <p:tag name="KSO_WM_UNIT_LAYERLEVEL" val="1"/>
  <p:tag name="KSO_WM_TAG_VERSION" val="1.0"/>
  <p:tag name="KSO_WM_BEAUTIFY_FLAG" val="#wm#"/>
  <p:tag name="KSO_WM_UNIT_TYPE" val="i"/>
  <p:tag name="KSO_WM_UNIT_INDEX" val="28"/>
</p:tagLst>
</file>

<file path=ppt/tags/tag158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6_4*a*1"/>
  <p:tag name="KSO_WM_TEMPLATE_CATEGORY" val="custom"/>
  <p:tag name="KSO_WM_TEMPLATE_INDEX" val="20230996"/>
  <p:tag name="KSO_WM_UNIT_LAYERLEVEL" val="1"/>
  <p:tag name="KSO_WM_TAG_VERSION" val="1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0996_4*l_h_i*1_1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0996_4*l_h_a*1_1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目录项标题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6_4*l_h_i*1_1_2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1_2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6_4*l_h_i*1_2_2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2_2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6_4*l_h_i*1_3_2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3_2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0996_4*l_h_i*1_4_2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UNIT_TYPE" val="l_h_i"/>
  <p:tag name="KSO_WM_UNIT_INDEX" val="1_4_2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0996_4*l_h_i*1_2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0996_4*l_h_a*1_2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目录项标题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0996_4*l_h_i*1_3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0996_4*l_h_a*1_3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目录项标题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0996_4*l_h_i*1_4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0996_4*l_h_a*1_4_1"/>
  <p:tag name="KSO_WM_TEMPLATE_CATEGORY" val="custom"/>
  <p:tag name="KSO_WM_TEMPLATE_INDEX" val="20230996"/>
  <p:tag name="KSO_WM_UNIT_LAYERLEVEL" val="1_1_1"/>
  <p:tag name="KSO_WM_TAG_VERSION" val="1.0"/>
  <p:tag name="KSO_WM_BEAUTIFY_FLAG" val="#wm#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450.79998779296875,&quot;left&quot;:301.4583070866141,&quot;top&quot;:66.90764389879124,&quot;width&quot;:637.118228346456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添加目录项标题"/>
</p:tagLst>
</file>

<file path=ppt/tags/tag172.xml><?xml version="1.0" encoding="utf-8"?>
<p:tagLst xmlns:p="http://schemas.openxmlformats.org/presentationml/2006/main">
  <p:tag name="KSO_WM_SLIDE_ID" val="custom20230996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1.0"/>
  <p:tag name="KSO_WM_BEAUTIFY_FLAG" val="#wm#"/>
  <p:tag name="KSO_WM_TEMPLATE_CATEGORY" val="custom"/>
  <p:tag name="KSO_WM_TEMPLATE_INDEX" val="20230996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17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0996_7*e*1"/>
  <p:tag name="KSO_WM_TEMPLATE_CATEGORY" val="custom"/>
  <p:tag name="KSO_WM_TEMPLATE_INDEX" val="20230996"/>
  <p:tag name="KSO_WM_UNIT_LAYERLEVEL" val="1"/>
  <p:tag name="KSO_WM_TAG_VERSION" val="1.0"/>
  <p:tag name="KSO_WM_BEAUTIFY_FLAG" val="#wm#"/>
  <p:tag name="KSO_WM_UNIT_NOCLEAR" val="0"/>
  <p:tag name="KSO_WM_UNIT_VALUE" val="13"/>
  <p:tag name="KSO_WM_UNIT_TYPE" val="e"/>
  <p:tag name="KSO_WM_UNIT_INDEX" val="1"/>
</p:tagLst>
</file>

<file path=ppt/tags/tag174.xml><?xml version="1.0" encoding="utf-8"?>
<p:tagLst xmlns:p="http://schemas.openxmlformats.org/presentationml/2006/main">
  <p:tag name="KSO_WM_SLIDE_ID" val="custom20230996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30996"/>
  <p:tag name="KSO_WM_SLIDE_TYPE" val="sectionTitle"/>
  <p:tag name="KSO_WM_SLIDE_SUBTYPE" val="pureTxt"/>
  <p:tag name="KSO_WM_SLIDE_LAYOUT" val="a_e"/>
  <p:tag name="KSO_WM_SLIDE_LAYOUT_CNT" val="1_1"/>
</p:tagLst>
</file>

<file path=ppt/tags/tag175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76.xml><?xml version="1.0" encoding="utf-8"?>
<p:tagLst xmlns:p="http://schemas.openxmlformats.org/presentationml/2006/main">
  <p:tag name="KSO_WM_SLIDE_TYPE" val="text"/>
  <p:tag name="KSO_WM_BEAUTIFY_FLAG" val="#wm#"/>
  <p:tag name="KSO_WM_SLIDE_ID" val="custom20230996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TEMPLATE_CATEGORY" val="custom"/>
  <p:tag name="KSO_WM_TEMPLATE_INDEX" val="20230996"/>
  <p:tag name="KSO_WM_SLIDE_SUBTYPE" val="pureTxt"/>
  <p:tag name="KSO_WM_SLIDE_SIZE" val="828*457"/>
  <p:tag name="KSO_WM_SLIDE_POSITION" val="66*28"/>
  <p:tag name="KSO_WM_SLIDE_LAYOUT" val="a_f"/>
  <p:tag name="KSO_WM_SLIDE_LAYOUT_CNT" val="1_1"/>
</p:tagLst>
</file>

<file path=ppt/tags/tag177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178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79.xml><?xml version="1.0" encoding="utf-8"?>
<p:tagLst xmlns:p="http://schemas.openxmlformats.org/presentationml/2006/main">
  <p:tag name="KSO_WM_SLIDE_TYPE" val="text"/>
  <p:tag name="KSO_WM_BEAUTIFY_FLAG" val="#wm#"/>
  <p:tag name="KSO_WM_SLIDE_ID" val="custom20230996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TEMPLATE_CATEGORY" val="custom"/>
  <p:tag name="KSO_WM_TEMPLATE_INDEX" val="20230996"/>
  <p:tag name="KSO_WM_SLIDE_SUBTYPE" val="pureTxt"/>
  <p:tag name="KSO_WM_SLIDE_SIZE" val="828*457"/>
  <p:tag name="KSO_WM_SLIDE_POSITION" val="66*28"/>
  <p:tag name="KSO_WM_SLIDE_LAYOUT" val="a_f"/>
  <p:tag name="KSO_WM_SLIDE_LAYOUT_CNT" val="1_1"/>
</p:tagLst>
</file>

<file path=ppt/tags/tag180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181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82.xml><?xml version="1.0" encoding="utf-8"?>
<p:tagLst xmlns:p="http://schemas.openxmlformats.org/presentationml/2006/main">
  <p:tag name="KSO_WM_SLIDE_TYPE" val="text"/>
  <p:tag name="KSO_WM_BEAUTIFY_FLAG" val="#wm#"/>
  <p:tag name="KSO_WM_SLIDE_ID" val="custom20230996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TEMPLATE_CATEGORY" val="custom"/>
  <p:tag name="KSO_WM_TEMPLATE_INDEX" val="20230996"/>
  <p:tag name="KSO_WM_SLIDE_SUBTYPE" val="pureTxt"/>
  <p:tag name="KSO_WM_SLIDE_SIZE" val="828*457"/>
  <p:tag name="KSO_WM_SLIDE_POSITION" val="66*28"/>
  <p:tag name="KSO_WM_SLIDE_LAYOUT" val="a_f"/>
  <p:tag name="KSO_WM_SLIDE_LAYOUT_CNT" val="1_1"/>
</p:tagLst>
</file>

<file path=ppt/tags/tag183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84.xml><?xml version="1.0" encoding="utf-8"?>
<p:tagLst xmlns:p="http://schemas.openxmlformats.org/presentationml/2006/main">
  <p:tag name="KSO_WM_SLIDE_TYPE" val="text"/>
  <p:tag name="KSO_WM_BEAUTIFY_FLAG" val="#wm#"/>
  <p:tag name="KSO_WM_SLIDE_ID" val="custom20230996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TEMPLATE_CATEGORY" val="custom"/>
  <p:tag name="KSO_WM_TEMPLATE_INDEX" val="20230996"/>
  <p:tag name="KSO_WM_SLIDE_SUBTYPE" val="pureTxt"/>
  <p:tag name="KSO_WM_SLIDE_SIZE" val="828*457"/>
  <p:tag name="KSO_WM_SLIDE_POSITION" val="66*28"/>
  <p:tag name="KSO_WM_SLIDE_LAYOUT" val="a_f"/>
  <p:tag name="KSO_WM_SLIDE_LAYOUT_CNT" val="1_1"/>
</p:tagLst>
</file>

<file path=ppt/tags/tag185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86.xml><?xml version="1.0" encoding="utf-8"?>
<p:tagLst xmlns:p="http://schemas.openxmlformats.org/presentationml/2006/main">
  <p:tag name="KSO_WM_SLIDE_TYPE" val="text"/>
  <p:tag name="KSO_WM_BEAUTIFY_FLAG" val="#wm#"/>
  <p:tag name="KSO_WM_SLIDE_ID" val="custom20230996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TEMPLATE_CATEGORY" val="custom"/>
  <p:tag name="KSO_WM_TEMPLATE_INDEX" val="20230996"/>
  <p:tag name="KSO_WM_SLIDE_SUBTYPE" val="pureTxt"/>
  <p:tag name="KSO_WM_SLIDE_SIZE" val="828*457"/>
  <p:tag name="KSO_WM_SLIDE_POSITION" val="66*28"/>
  <p:tag name="KSO_WM_SLIDE_LAYOUT" val="a_f"/>
  <p:tag name="KSO_WM_SLIDE_LAYOUT_CNT" val="1_1"/>
</p:tagLst>
</file>

<file path=ppt/tags/tag187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88.xml><?xml version="1.0" encoding="utf-8"?>
<p:tagLst xmlns:p="http://schemas.openxmlformats.org/presentationml/2006/main">
  <p:tag name="KSO_WM_SLIDE_TYPE" val="text"/>
  <p:tag name="KSO_WM_BEAUTIFY_FLAG" val="#wm#"/>
  <p:tag name="KSO_WM_SLIDE_ID" val="custom20230996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TEMPLATE_CATEGORY" val="custom"/>
  <p:tag name="KSO_WM_TEMPLATE_INDEX" val="20230996"/>
  <p:tag name="KSO_WM_SLIDE_SUBTYPE" val="pureTxt"/>
  <p:tag name="KSO_WM_SLIDE_SIZE" val="828*457"/>
  <p:tag name="KSO_WM_SLIDE_POSITION" val="66*28"/>
  <p:tag name="KSO_WM_SLIDE_LAYOUT" val="a_f"/>
  <p:tag name="KSO_WM_SLIDE_LAYOUT_CNT" val="1_1"/>
</p:tagLst>
</file>

<file path=ppt/tags/tag189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90.xml><?xml version="1.0" encoding="utf-8"?>
<p:tagLst xmlns:p="http://schemas.openxmlformats.org/presentationml/2006/main">
  <p:tag name="KSO_WM_SLIDE_TYPE" val="text"/>
  <p:tag name="KSO_WM_BEAUTIFY_FLAG" val="#wm#"/>
  <p:tag name="KSO_WM_SLIDE_ID" val="custom20230996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TEMPLATE_CATEGORY" val="custom"/>
  <p:tag name="KSO_WM_TEMPLATE_INDEX" val="20230996"/>
  <p:tag name="KSO_WM_SLIDE_SUBTYPE" val="pureTxt"/>
  <p:tag name="KSO_WM_SLIDE_SIZE" val="828*457"/>
  <p:tag name="KSO_WM_SLIDE_POSITION" val="66*28"/>
  <p:tag name="KSO_WM_SLIDE_LAYOUT" val="a_f"/>
  <p:tag name="KSO_WM_SLIDE_LAYOUT_CNT" val="1_1"/>
</p:tagLst>
</file>

<file path=ppt/tags/tag191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192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93.xml><?xml version="1.0" encoding="utf-8"?>
<p:tagLst xmlns:p="http://schemas.openxmlformats.org/presentationml/2006/main">
  <p:tag name="KSO_WM_SLIDE_TYPE" val="text"/>
  <p:tag name="KSO_WM_BEAUTIFY_FLAG" val="#wm#"/>
  <p:tag name="KSO_WM_SLIDE_ID" val="custom20230996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TEMPLATE_CATEGORY" val="custom"/>
  <p:tag name="KSO_WM_TEMPLATE_INDEX" val="20230996"/>
  <p:tag name="KSO_WM_SLIDE_SUBTYPE" val="pureTxt"/>
  <p:tag name="KSO_WM_SLIDE_SIZE" val="828*457"/>
  <p:tag name="KSO_WM_SLIDE_POSITION" val="66*28"/>
  <p:tag name="KSO_WM_SLIDE_LAYOUT" val="a_f"/>
  <p:tag name="KSO_WM_SLIDE_LAYOUT_CNT" val="1_1"/>
</p:tagLst>
</file>

<file path=ppt/tags/tag194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95.xml><?xml version="1.0" encoding="utf-8"?>
<p:tagLst xmlns:p="http://schemas.openxmlformats.org/presentationml/2006/main">
  <p:tag name="KSO_WM_SLIDE_TYPE" val="text"/>
  <p:tag name="KSO_WM_BEAUTIFY_FLAG" val="#wm#"/>
  <p:tag name="KSO_WM_SLIDE_ID" val="custom20230996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1.0"/>
  <p:tag name="KSO_WM_TEMPLATE_CATEGORY" val="custom"/>
  <p:tag name="KSO_WM_TEMPLATE_INDEX" val="20230996"/>
  <p:tag name="KSO_WM_SLIDE_SUBTYPE" val="pureTxt"/>
  <p:tag name="KSO_WM_SLIDE_SIZE" val="828*457"/>
  <p:tag name="KSO_WM_SLIDE_POSITION" val="66*28"/>
  <p:tag name="KSO_WM_SLIDE_LAYOUT" val="a_f"/>
  <p:tag name="KSO_WM_SLIDE_LAYOUT_CNT" val="1_1"/>
</p:tagLst>
</file>

<file path=ppt/tags/tag196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197.xml><?xml version="1.0" encoding="utf-8"?>
<p:tagLst xmlns:p="http://schemas.openxmlformats.org/presentationml/2006/main">
  <p:tag name="KSO_WM_BEAUTIFY_FLAG" val="#wm#"/>
  <p:tag name="KSO_WM_TEMPLATE_CATEGORY" val="custom"/>
  <p:tag name="KSO_WM_TEMPLATE_INDEX" val="20230996"/>
</p:tagLst>
</file>

<file path=ppt/tags/tag198.xml><?xml version="1.0" encoding="utf-8"?>
<p:tagLst xmlns:p="http://schemas.openxmlformats.org/presentationml/2006/main">
  <p:tag name="resource_record_key" val="{&quot;65&quot;:[20230996],&quot;71&quot;:[76235679603]}"/>
</p:tagLst>
</file>

<file path=ppt/theme/theme1.xml><?xml version="1.0" encoding="utf-8"?>
<a:theme xmlns:a="http://schemas.openxmlformats.org/drawingml/2006/main" name="1_Office 主题​​">
  <a:themeElements>
    <a:clrScheme name="自定义 1">
      <a:dk1>
        <a:srgbClr val="000000"/>
      </a:dk1>
      <a:lt1>
        <a:srgbClr val="FFFFFF"/>
      </a:lt1>
      <a:dk2>
        <a:srgbClr val="001548"/>
      </a:dk2>
      <a:lt2>
        <a:srgbClr val="FFFFFF"/>
      </a:lt2>
      <a:accent1>
        <a:srgbClr val="376FFF"/>
      </a:accent1>
      <a:accent2>
        <a:srgbClr val="FF7429"/>
      </a:accent2>
      <a:accent3>
        <a:srgbClr val="8830FE"/>
      </a:accent3>
      <a:accent4>
        <a:srgbClr val="17D594"/>
      </a:accent4>
      <a:accent5>
        <a:srgbClr val="F84949"/>
      </a:accent5>
      <a:accent6>
        <a:srgbClr val="FFC000"/>
      </a:accent6>
      <a:hlink>
        <a:srgbClr val="304FFE"/>
      </a:hlink>
      <a:folHlink>
        <a:srgbClr val="492067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1784</Words>
  <Application>WPS 演示</Application>
  <PresentationFormat>全屏显示(4:3)</PresentationFormat>
  <Paragraphs>140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1_Office 主题​​</vt:lpstr>
      <vt:lpstr>实验8 抓取百度图片</vt:lpstr>
      <vt:lpstr>目录</vt:lpstr>
      <vt:lpstr>程序功能介绍</vt:lpstr>
      <vt:lpstr>8.1  程序功能介绍</vt:lpstr>
      <vt:lpstr>程序设计的思路</vt:lpstr>
      <vt:lpstr>8.2  程序设计的思路</vt:lpstr>
      <vt:lpstr>关键技术</vt:lpstr>
      <vt:lpstr>8.3  关键技术</vt:lpstr>
      <vt:lpstr>8.3  关键技术</vt:lpstr>
      <vt:lpstr>8.3  关键技术</vt:lpstr>
      <vt:lpstr>8.3  关键技术</vt:lpstr>
      <vt:lpstr>8.3  关键技术</vt:lpstr>
      <vt:lpstr>程序设计的步骤</vt:lpstr>
      <vt:lpstr>8.4  程序设计的步骤</vt:lpstr>
      <vt:lpstr>8.4  程序设计的步骤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bj</dc:creator>
  <cp:lastModifiedBy>Administrator</cp:lastModifiedBy>
  <cp:revision>191</cp:revision>
  <dcterms:created xsi:type="dcterms:W3CDTF">2013-10-30T09:04:00Z</dcterms:created>
  <dcterms:modified xsi:type="dcterms:W3CDTF">2026-04-28T08:57:20Z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E4CD86ADF8674540A865A34C8375EB2E_12</vt:lpwstr>
  </property>
</Properties>
</file>